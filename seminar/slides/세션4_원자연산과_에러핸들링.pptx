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3의 병렬 커널에서 여러 스레드가 하나의 카운터를 건드리는 문제가 오늘의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실습에서 atomicAdd를 일반 덧셈으로 바꿔 값이 실제로 틀어지는 것을 재현합니다.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읽기-수정-쓰기(read-modify-write) 사이에 끼어들기가 일어나 증가가 유실됨. 210만 스레드면 대량 유실.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핵심: atomicAdd는 두 가지를 동시에 준다 — (1) 안전한 카운트 (2) 반환값을 통한 고유 인덱스.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필드가 무엇을 담는지 짚어주세요. second_read는 소프트 오류(일시적) vs 하드 오류(영구) 구별에 쓰임.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atomicAdd의 반환값이 락 없이 고유 인덱스를 나눠주는 우아한 트릭. 병렬 프로그래밍의 흔한 관용구.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3의 '커널은 비동기'와 직접 연결. 동기화 없이는 커널 오류를 잡을 수 없다는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CUERR은 동기 API 호출용, SYNC_CUERR_KERNEL은 커널 실행용. 둘 다 실패 시 위치를 찍고 종료.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cudaDeviceReset은 GPU 상태를 깨끗이 되돌립니다. 멀티노드 검사에서 한 노드 오류가 전체를 멈추지 않게.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Ex는 원복이 중요. 특히 Ex 3/4는 오류를 일부러 유발하므로 반드시 되돌리도록.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5는 종합 회차. 멀티 GPU 스레딩, 이식성, 그리고 캡스톤 프로젝트로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원자연산과 에러 핸들링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(atomics &amp; error handling)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카운터 하나를 동시에 늘리면? — 안전하게 세고, 오류를 잡는 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827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idx = atomicAdd(err, 1);   // 원자적으로 +1, 이전 값 반환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SYNC_CUERR_KERNEL( kernel&lt;&lt;&lt;...&gt;&gt;&gt;(...) ); // 실행+동기화+오류검사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3에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조건(race condition)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스레드가 err_count++를 동시에 하면 왜 값이 사라지나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원자연산(atomic)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atomicAdd가 어떻게 안전하게 세고 고유 인덱스를 주나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오류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DeviceSynchronize 후에야 오류를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방어적 매크로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CUERR·SYNC_CUERR_KERNEL이 파일·줄과 함께 오류를 잡는다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· 여럿이 하나를 동시에 건드리면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= 5 인 상태에서 두 스레드가 동시에 '읽고 → +1 → 쓰기'를 하면?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5740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75120" y="2057400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157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0" y="2715768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157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읽음 → 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0" y="2715768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27157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374136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3741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560320" y="3374136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0" y="33741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75120" y="3374136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3741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읽음 → 5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32504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0325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560320" y="4032504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0" y="403250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+ 1 = 6 저장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75120" y="4032504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403250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4690872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690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560320" y="4690872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0" y="4690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675120" y="4690872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0" y="4690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+ 1 = 6 저장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err_count = 6  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두 번 늘렸는데 1만 증가! 증가 하나가 사라졌습니다(lost update).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원자연산(atomic)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'읽기 → 수정 → 쓰기'를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쪼갤 수 없는 하나의 동작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실행합니다. 중간에 다른 스레드가 끼어들 수 없습니다.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478024"/>
            <a:ext cx="10661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idx = atomicAdd(err, 1);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err이 가리키는 값을 원자적으로 +1 하고, +1 하기 '전' 값을 idx로 돌려줌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안전한 카운트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불러도 증가가 유실되지 않음. 정확한 총 오류 개수.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공짜 고유 번호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반환값(이전 값)이 스레드마다 다름 → 겹치지 않는 슬롯 인덱스.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지원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9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직접 지원하는 연산. 락(lock) 없이 빠름.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RECORD_ERR 매크로 해부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200400"/>
          </a:xfrm>
          <a:prstGeom prst="roundRect">
            <a:avLst>
              <a:gd name="adj" fmla="val 171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tests.cpp:76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RECORD_ERR(err, p, expect, current) do{    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idx = atomicAdd(err, 1);          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idx = idx % MAX_ERR_RECORD_COUNT;   // 최근 10개만 순환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err_addr[idx]        = (unsigned long)p;        // 오류 주소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err_expect[idx]      = (unsigned long)expect;   // 기대값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err_current[idx]     = (unsigned long)current;  // 실제 읽은 값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err_second_read[idx] = (unsigned long)(*p);     // 다시 읽은 값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}while(0)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난 스레드는 이 매크로로 </a:t>
            </a:r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주소·기대값·실제값·재읽기값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기록합니다. 재읽기값은 '다시 읽으면 값이 바뀌나?'(소프트 오류 판별)를 봅니다.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반환값이 고유 슬롯 번호가 된다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스레드가 동시에 atomicAdd(err,1)을 호출해도, 반환값은 겹치지 않습니다.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X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0 에 기록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458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8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1 에 기록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Z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9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2 에 기록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123944"/>
            <a:ext cx="10661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atomicAdd(err, 1);   // X→0, Y→1, Z→2  (순서는 달라도 값은 유일)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idx % 10;            // 배열 10칸을 순환하며 최근 오류만 보관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 = 10 (tests.cpp:67). 오류가 100만 개여도 배열은 10칸 — 최근 것만 남깁니다.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· 커널은 비동기(asynchronous)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 &lt;&lt;&lt;&gt;&gt;&gt;은 오류를 반환하지 않습니다. CPU는 커널을 던지고 바로 다음 줄로 갑니다.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커널 실행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kernel&lt;&lt;&lt;...&gt;&gt;&gt;(...)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CPU는 던지고 즉시 리턴 (오류 모름)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13632" y="283464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동기화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26864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cudaDeviceSynchronize()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26864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끝날 때까지 대기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63256" y="283464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오류 검사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76488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 != cudaSuccess)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76488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이제서야 커널 오류를 알 수 있음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동기화를 건너뛰면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커널이 잘못된 메모리를 건드려도 CPU는 모른 채 계속 진행합니다. 그래서 SYNC_CUERR_KERNEL이 필요합니다.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방어적 매크로 · CUERR / SYNC_CUERR_KERNEL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291840"/>
          </a:xfrm>
          <a:prstGeom prst="roundRect">
            <a:avLst>
              <a:gd name="adj" fmla="val 166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CUERR — 모든 CUDA 호출을 감싼다   cuda_memtest.h:132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CUERR(...) do{ apiError_t e;           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((e = __VA_ARGS__) != cudaSuccess) {   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FPRINTF("ERROR: CUDA error: %s, line %d, file %s\n",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cudaGetErrorString(e), __LINE__, __FILE__);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exit(e); }}while(0)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SYNC_CUERR_KERNEL — 커널 실행 + 동기화 + 검사   cuda_memtest.h:138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SYNC_CUERR_KERNEL(...) do{ __VA_ARGS__;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 = cudaDeviceSynchronize();  /* GPU 완료 대기 후 검사 */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 != cudaSuccess){ ... exit(e); } }while(0)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4983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__FILE__ · __LINE__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덕분에 오류가 '어느 파일 몇 번째 줄'에서 났는지 즉시 압니다. 디버깅의 필수 습관입니다.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우아하게 · error_checking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발견되면 단순히 종료하지 않고, 정보를 기록하고 상태를 정리합니다.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 복사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0" y="22128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cudaMemcpy로 err_count·주소·값을 CPU로 (tests.cpp:117)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099816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20954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&amp; 로그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0" y="3209544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주소·기대값·실제값·diff 출력, 필요시 이메일 알림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096512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206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 재초기화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14800" y="42062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cudaMemset으로 err_count 등을 0으로 (다음 검사 준비)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093208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2029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필요시 안전 종료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114800" y="5202936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exit_on_error면 cudaDeviceReset 후 종료 (tests.cpp:196)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예제와 프로덕션 코드의 차이 — 오류를 만나도 무너지지 않고 다음 노드·다음 검사를 준비합니다.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4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조건 재현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atomicAdd를 일반 덧셈으로 바꿔 카운트가 틀어짐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 = 고유 인덱스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반환 idx를 출력해 겹치지 않음 확인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CUERR가 잡는 순간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크기를 틀리게 해 오류 메시지 유발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오류 &amp; 동기화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guard 제거 → SYNC_CUERR_KERNEL이 잡음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 1은 실행마다 결과가 달라집니다 — 그 자체가 경쟁 조건의 증거입니다.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접근 카운트엔 atomicAdd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반환값 = 고유 인덱스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오류는 동기화 후에만 잡힌다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CUDA 호출을 CUERR로 감싸기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변수에 그냥 ++ → 증가 유실(race)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실행만 하고 동기화 없이 결과 신뢰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호출 반환값을 확인 안 함 → 조용한 실패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 남용 → 과도하면 성능 저하(꼭 필요한 곳만)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5 · 멀티 GPU · 이식성 · 프로젝트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한 GPU를 이해했으니,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GPU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동시에 돌리고 배운 것을 종합합니다.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pthread로 GPU마다 스레드 · cudaSetDevice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MEMTEST_API_PREFIX 매크로 — 하나의 코드로 CUDA와 HIP(AMD) 모두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프로젝트: 나만의 메모리 테스트 커널 작성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4를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2026-08-21T10:04:10Z</dcterms:created>
  <dcterms:modified xsi:type="dcterms:W3CDTF">2026-08-21T10:04:10Z</dcterms:modified>
</cp:coreProperties>
</file>