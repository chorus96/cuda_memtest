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만남. 오늘은 코드를 몰라도 됩니다. 모두가 빌드·실행에 성공하는 것이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로드맵을 먼저 보여줘 학습자가 어디로 가는지 알게 합니다. 세션 0은 그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1에서 더 깊이 다룹니다. 여기선 'GPU=대규모 병렬'이라는 큰 그림만.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호스트/디바이스가 분리된 메모리를 갖는다는 것이 CUDA의 근본 구조. PCIe를 통한 cudaMemcpy가 다리 역할.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하드/소프트 오류 구분은 세미나 전체의 배경. doc/의 SAAHPC 2009 논문(한국어 EPUB)을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 번호를 왜 지정하는지(세대별 기계어)를 짚어주세요. 빌드 실패의 흔한 원인.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'아무 일도 안 일어나는데요?'가 정상. 세션 2에서 일부러 오류를 주입해 검출을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테스트가 서로 다른 종류의 오류를 노림. 세부 알고리즘은 세션 2~3에서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코드 지도. main→thread_func→run_tests→커널. 각 단계가 앞으로의 세션에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0의 핵심 목표: 전원 빌드·실행 성공. 환경 문제를 여기서 다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준비 완료 → 세션 1부터 코드. kernel_move_inv_write로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0 (오리엔테이션)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구축과 큰 그림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cuda_memtest로 배우는 실전 GPU 프로그래밍 — 시작하기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8412480" cy="13716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443984"/>
            <a:ext cx="80101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cmake -DCMAKE_CUDA_ARCHITECTURES=86 ..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-j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./cuda_memtest --stress --num_iterations 100 --num_passes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C를 아는 개발자 대상 · 다회차 시리즈의 출발점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세미나는?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 예제가 아니라, </a:t>
            </a:r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동작하는 500줄+ 프로덕션 코드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(cuda_memtest)를 교재로 CUDA를 배웁니다.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9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3591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모델 · 첫 커널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2359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__global__, &lt;&lt;&lt;grid,block&gt;&gt;&gt;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638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3163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모델 · 데이터 이동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31638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cudaMalloc/Memcpy, 이동 반전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68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968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병렬성 · 성능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39684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210만 스레드, 대역폭, 병합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001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73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4773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원자연산 · 에러 핸들링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4773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atomicAdd, CUERR, 비동기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0468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77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세션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GPU · 이식성 · 프로젝트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55778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pthread, HIP, 나만의 커널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컴퓨팅이란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정예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코어 수 개~수십 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순차 작업에 최적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지연시간(latency) 최적화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병렬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코어 수천 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연산을 대량 데이터에 동시에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처리량(throughput) 최적화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SIMT — 명령 하나, 스레드 여럿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cuda_memtest는 4 GB 메모리를 검사합니다 — 수천 스레드가 동시에 일해야 현실적 시간에 끝납니다.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하드웨어 구조 · 호스트와 디바이스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CPU(호스트)와 GPU(디바이스)는 별개의 메모리를 가지며, 데이터는 PCIe를 통해 오갑니다.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297680" cy="3703320"/>
          </a:xfrm>
          <a:prstGeom prst="roundRect">
            <a:avLst>
              <a:gd name="adj" fmla="val 1728"/>
            </a:avLst>
          </a:prstGeom>
          <a:solidFill>
            <a:srgbClr val="1E232C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호스트(Host)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3657600" cy="1234440"/>
          </a:xfrm>
          <a:prstGeom prst="roundRect">
            <a:avLst>
              <a:gd name="adj" fmla="val 3704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코어 수 개~수십 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메모리 (RAM)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메인 메모리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4297680" cy="3703320"/>
          </a:xfrm>
          <a:prstGeom prst="roundRect">
            <a:avLst>
              <a:gd name="adj" fmla="val 1728"/>
            </a:avLst>
          </a:prstGeom>
          <a:solidFill>
            <a:srgbClr val="1E232C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디바이스(Device) · GPU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2606040"/>
            <a:ext cx="811530" cy="1234440"/>
          </a:xfrm>
          <a:prstGeom prst="roundRect">
            <a:avLst>
              <a:gd name="adj" fmla="val 450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88036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3246120"/>
            <a:ext cx="811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83930" y="2606040"/>
            <a:ext cx="811530" cy="1234440"/>
          </a:xfrm>
          <a:prstGeom prst="roundRect">
            <a:avLst>
              <a:gd name="adj" fmla="val 450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3930" y="288036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83930" y="3246120"/>
            <a:ext cx="811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32620" y="2606040"/>
            <a:ext cx="811530" cy="1234440"/>
          </a:xfrm>
          <a:prstGeom prst="roundRect">
            <a:avLst>
              <a:gd name="adj" fmla="val 450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2620" y="288036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32620" y="3246120"/>
            <a:ext cx="811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481310" y="2606040"/>
            <a:ext cx="811530" cy="1234440"/>
          </a:xfrm>
          <a:prstGeom prst="roundRect">
            <a:avLst>
              <a:gd name="adj" fmla="val 4507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81310" y="288036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81310" y="3246120"/>
            <a:ext cx="811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SM(스트리밍 멀티프로세서) 수십 개 · 코어 수천 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35240" y="4251960"/>
            <a:ext cx="3657600" cy="1051560"/>
          </a:xfrm>
          <a:prstGeom prst="roundRect">
            <a:avLst>
              <a:gd name="adj" fmla="val 4348"/>
            </a:avLst>
          </a:prstGeom>
          <a:solidFill>
            <a:srgbClr val="1A2418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407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메모리 (VRAM)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3524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cuda_memtest가 검사하는 대상 (예: 4 GB)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337560"/>
            <a:ext cx="2377440" cy="0"/>
          </a:xfrm>
          <a:prstGeom prst="line">
            <a:avLst/>
          </a:prstGeom>
          <a:noFill/>
          <a:ln w="38100">
            <a:solidFill>
              <a:srgbClr val="E0A458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8920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PCIe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CPU는 GPU 메모리를 직접 못 읽습니다. 반드시 cudaMemcpy로 복사해야 합니다 (세션 2에서 자세히).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cuda_memtest가 푸는 문제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메모리도 고장 납니다. 이 도구는 그 고장을 찾아냅니다.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 오류(hard error)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영구적 고장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결함·노후화로 특정 비트가 항상 틀림. 재부팅해도 그대로.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3774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오류(soft error)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8346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일시적 뒤집힘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 방사선 등으로 비트가 잠깐 뒤집힘. 다시 쓰면 정상.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A241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배경: </a:t>
            </a:r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도구는 NCSA의 대규모 GPU 클러스터(500+ Tesla GPU) 운영에서 나왔습니다. 원논문은 doc/ 폴더에 있고, 한국어 EPUB 번역본도 함께 제공됩니다.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시스템 · CMake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build &amp;&amp; cd build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-DCMAKE_CUDA_ARCHITECTURES=86 ..   # 본인 GPU 번호로 교체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-j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AMD GPU면 HIP 백엔드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-DCUDA_MEMTEST_BACKEND=hip -DGPU_TARGETS=gfx90a ..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E23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886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CMAKE_CUDA_ARCHITECTURES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세대(sm_XX)를 지정. 세대마다 기계어가 다름.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7033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886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CUDA_MEMTEST_BACKEND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526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/ hip 백엔드 선택 (CMakeLists.txt:22).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GPU의 sm_XX 번호: developer.nvidia.com/cuda-gpus  (예: T4→75, RTX30→86, RTX40→89, A100→80)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목록 보기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06240" y="1801368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01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./cuda_memtest --list_tests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2331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메모리 테스트가 나옴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363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스트레스 실행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06240" y="3172968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172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./cuda_memtest --stress --num_iterations 100 --num_passes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3703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메모리를 실제로 검사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079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점검 스크립트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06240" y="4544568"/>
            <a:ext cx="566928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5445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./sanity_check.sh 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5074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GPU 건강 빠르게 점검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없이 끝나면 성공입니다 — 건강한 GPU는 '아무 일도 안 일어난 것처럼' 조용히 끝납니다.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테스트 한눈에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28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Walking 1 bit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배선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4511040" y="1728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88280" y="1691640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 address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88280" y="2020824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검사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7680" y="1600200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0560" y="1728216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67800" y="1691640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inv. (0/1)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067800" y="2020824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 오류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6090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2624328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inv. (8bit)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2953512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고착 오류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8160" y="2532888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4511040" y="266090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88280" y="2624328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inv. (random)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88280" y="2953512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7680" y="2532888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25" name="Text 23"/>
          <p:cNvSpPr/>
          <p:nvPr/>
        </p:nvSpPr>
        <p:spPr>
          <a:xfrm>
            <a:off x="8290560" y="2660904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67800" y="2624328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 move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67800" y="2953512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65576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59359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3557016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inv. (shift)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508760" y="388620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28160" y="3465576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33" name="Text 31"/>
          <p:cNvSpPr/>
          <p:nvPr/>
        </p:nvSpPr>
        <p:spPr>
          <a:xfrm>
            <a:off x="4511040" y="359359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8280" y="3557016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sequence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88280" y="388620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07680" y="3465576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37" name="Text 35"/>
          <p:cNvSpPr/>
          <p:nvPr/>
        </p:nvSpPr>
        <p:spPr>
          <a:xfrm>
            <a:off x="8290560" y="3593592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67800" y="3557016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Modulo 20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067800" y="3886200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398264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52628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8760" y="4489704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 fade (3h)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08760" y="4818888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보존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28160" y="4398264"/>
            <a:ext cx="3505200" cy="786384"/>
          </a:xfrm>
          <a:prstGeom prst="roundRect">
            <a:avLst>
              <a:gd name="adj" fmla="val 6977"/>
            </a:avLst>
          </a:prstGeom>
          <a:solidFill>
            <a:srgbClr val="1E232C"/>
          </a:solidFill>
          <a:ln/>
        </p:spPr>
      </p:sp>
      <p:sp>
        <p:nvSpPr>
          <p:cNvPr id="45" name="Text 43"/>
          <p:cNvSpPr/>
          <p:nvPr/>
        </p:nvSpPr>
        <p:spPr>
          <a:xfrm>
            <a:off x="4511040" y="4526280"/>
            <a:ext cx="658368" cy="530352"/>
          </a:xfrm>
          <a:prstGeom prst="roundRect">
            <a:avLst>
              <a:gd name="adj" fmla="val 103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288280" y="4489704"/>
            <a:ext cx="240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stress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288280" y="4818888"/>
            <a:ext cx="240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스트레스·소프트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9(bit fade)는 3시간 걸려 기본 비활성. Test 10(스트레스)은 소프트 오류·급성 하드 오류에 특히 유용.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프로그램의 큰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개수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cudaGetDeviceCount (cuda_memtest.cpp:299)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18104" y="27432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thread_func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GPU마다 스레드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GPU를 cudaSetDevice로 선택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52744" y="27432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실행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cuda_memtests[] 배열을 순회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87384" y="27432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E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테스트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354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read → check (세션 1~2)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흐름의 각 단계를 앞으로 5회에 걸쳐 안쪽까지 파고듭니다. 오늘은 지도만 봐 두세요.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환경 점검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nvidia-smi · nvcc · cmake 버전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빌드하기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cmake + make로 cuda_memtest 생성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목록 보기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--list_tests 로 11개 테스트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--stress 로 GPU 메모리 실제 검사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 없다면 Google Colab(런타임→GPU)으로 진행할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 · CUDA 스레드 모델과 첫 커널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 준비됐으니, 이제 </a:t>
            </a:r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안으로</a:t>
            </a:r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들어갑니다.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__global__ 커널이 무엇인지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&lt;&lt;&lt;grid, block&gt;&gt;&gt;으로 GPU에 일을 시키는 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단순한 커널 kernel_move_inv_write를 한 줄씩 읽기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0(빌드·실행)을 먼저 완료하고 오세요.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2026-08-21T11:08:01Z</dcterms:created>
  <dcterms:modified xsi:type="dcterms:W3CDTF">2026-08-21T11:08:01Z</dcterms:modified>
</cp:coreProperties>
</file>