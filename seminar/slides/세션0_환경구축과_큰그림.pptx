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만남. 오늘은 코드를 몰라도 됩니다. 모두가 빌드·실행에 성공하는 것이 목표.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로드맵을 먼저 보여줘 학습자가 어디로 가는지 알게 합니다. 세션 0은 그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1에서 더 깊이 다룹니다. 여기선 'GPU=대규모 병렬'이라는 큰 그림만.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하드/소프트 오류 구분은 세미나 전체의 배경. doc/의 SAAHPC 2009 논문(한국어 EPUB)을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아키텍처 번호를 왜 지정하는지(세대별 기계어)를 짚어주세요. 빌드 실패의 흔한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'아무 일도 안 일어나는데요?'가 정상. 세션 2에서 일부러 오류를 주입해 검출을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테스트가 서로 다른 종류의 오류를 노림. 세부 알고리즘은 세션 2~3에서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코드 지도. main→thread_func→run_tests→커널. 각 단계가 앞으로의 세션에 대응.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0의 핵심 목표: 전원 빌드·실행 성공. 환경 문제를 여기서 다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준비 완료 → 세션 1부터 코드. kernel_move_inv_write로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0 (오리엔테이션)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구축과 큰 그림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cuda_memtest로 배우는 실전 GPU 프로그래밍 — 시작하기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841248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4443984"/>
            <a:ext cx="80101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cmake -DCMAKE_CUDA_ARCHITECTURES=86 ..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./cuda_memtest --stress --num_iterations 100 --num_passes 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 · 다회차 시리즈의 출발점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세미나는?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아니라, </a:t>
            </a:r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동작하는 500줄+ 프로덕션 코드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(cuda_memtest)를 교재로 CUDA를 배웁니다.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23591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49440" y="23591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38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31638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31638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이동 반전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95344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9684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286000" y="39684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49440" y="39684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210만 스레드, 대역폭, 병합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00016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731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286000" y="4773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 핸들링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49440" y="47731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504688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577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28600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49440" y="55778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컴퓨팅이란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정예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순차 작업에 최적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지연시간(latency) 최적화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병렬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코어 수천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처리량(throughput) 최적화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명령 하나, 스레드 여럿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푸는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메모리도 고장 납니다. 이 도구는 그 고장을 찾아냅니다.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 오류(hard error)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영구적 고장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결함·노후화로 특정 비트가 항상 틀림. 재부팅해도 그대로.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오류(soft error)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뒤집힘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 방사선 등으로 비트가 잠깐 뒤집힘. 다시 쓰면 정상.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A241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배경: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NCSA의 대규모 GPU 클러스터(500+ Tesla GPU) 운영에서 나왔습니다. 원논문은 doc/ 폴더에 있고, 한국어 EPUB 번역본도 함께 제공됩니다.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시스템 · CMake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build &amp;&amp; cd build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-DCMAKE_CUDA_ARCHITECTURES=86 ..   # 본인 GPU 번호로 교체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AMD GPU면 HIP 백엔드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-DCUDA_MEMTEST_BACKEND=hip -DGPU_TARGETS=gfx90a ..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CMAKE_CUDA_ARCHITECTURES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세대(sm_XX)를 지정. 세대마다 기계어가 다름.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CUDA_MEMTEST_BACKEND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/ hip 백엔드 선택 (CMakeLists.txt:22).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GPU의 sm_XX 번호: developer.nvidia.com/cuda-gpus  (예: T4→75, RTX30→86, RTX40→89, A100→80)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647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206240" y="18013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013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--list_tests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2331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메모리 테스트가 나옴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스트레스 실행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06240" y="31729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1729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--stress --num_iterations 100 --num_passes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3703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메모리를 실제로 검사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5079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점검 스크립트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206240" y="45445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45445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./sanity_check.sh 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06240" y="5074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GPU 건강 빠르게 점검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없이 끝나면 성공입니다 — 건강한 GPU는 '아무 일도 안 일어난 것처럼' 조용히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한눈에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1 bit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816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51104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828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 address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8828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검사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768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29056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6780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(0/1)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6780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(8bit)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0876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2816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451104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8828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(random)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8828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5" name="Text 23"/>
          <p:cNvSpPr/>
          <p:nvPr/>
        </p:nvSpPr>
        <p:spPr>
          <a:xfrm>
            <a:off x="829056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6780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 move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06780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0876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(shift)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50876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2816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3" name="Text 31"/>
          <p:cNvSpPr/>
          <p:nvPr/>
        </p:nvSpPr>
        <p:spPr>
          <a:xfrm>
            <a:off x="451104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8828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sequence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28828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0768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056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06780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Modulo 20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06780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50876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fade (3h)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50876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보존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32816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5" name="Text 43"/>
          <p:cNvSpPr/>
          <p:nvPr/>
        </p:nvSpPr>
        <p:spPr>
          <a:xfrm>
            <a:off x="451104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8828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stress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528828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스트레스·소프트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9(bit fade)는 3시간 걸려 기본 비활성. Test 10(스트레스)은 소프트 오류·급성 하드 오류에 특히 유용.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프로그램의 큰 흐름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 확인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cudaGetDeviceCount (cuda_memtest.cpp:299)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1810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thread_func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GPU마다 스레드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GPU를 cudaSetDevice로 선택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5274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배열을 순회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8738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테스트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354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3544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read → check (세션 1~2)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흐름의 각 단계를 앞으로 5회에 걸쳐 안쪽까지 파고듭니다. 오늘은 지도만 봐 두세요.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환경 점검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 · nvcc · cmake 버전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빌드하기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cmake + make로 cuda_memtest 생성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11개 테스트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--stress 로 GPU 메모리 실제 검사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없다면 Google Colab(런타임→GPU)으로 진행할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 · CUDA 스레드 모델과 첫 커널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환경이 준비됐으니, 이제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안으로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들어갑니다.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커널이 무엇인지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block&gt;&gt;&gt;으로 GPU에 일을 시키는 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단순한 커널 kernel_move_inv_write를 한 줄씩 읽기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0(빌드·실행)을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2026-08-21T10:15:43Z</dcterms:created>
  <dcterms:modified xsi:type="dcterms:W3CDTF">2026-08-21T10:15:43Z</dcterms:modified>
</cp:coreProperties>
</file>