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 도입. 오늘은 CUDA의 가장 기본인 커널과 스레드 모델을 cuda_memtest의 실제 커널로 배웁니다. 장난감 예제가 아니라 실무 코드라는 점을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목표를 미리 보여주고, 세션 끝에 다시 돌아와 자가 점검하겠다고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SIMT 개념만 각인시키면 됩니다. GPU는 '같은 명령을 수천 스레드가 서로 다른 데이터에' 실행한다.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void라는 점, 결과는 인자로 받은 포인터를 통해 메모리에 남긴다는 점을 강조하세요. tests.cpp:245.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저장소의 Test 0~9는 블록당 스레드 1개(&lt;&lt;&lt;grid,1&gt;&gt;&gt;)라는 아주 단순한 구성을 씁니다. 왜 그런지는 뒤에서.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'읽기 전용, 스레드마다 다름', blockDim/gridDim은 '모든 스레드가 같은 값'이라는 대비를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통찰: 스레드/블록이 겹치지 않는 자기 구역을 갖는 것이 병렬 프로그래밍의 기본. cuda_memtest.h:91.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포인터 계산 → 경계 검사 → 루프로 채우기. sizeof로 나눠 4바이트 단위 인덱싱하는 부분을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세미나 전체의 뼈대입니다. 같은 문제를 느린 방식과 빠른 방식으로 푸는 코드가 한 저장소에 있다는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CPU 코드 안의 한 줄이라는 점, dim3로 그리드 차원을 지정한다는 점을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랩 문서(세션1_실습랩.md)를 나눠주고 진행합니다. Ex 4는 반드시 원복하도록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write 커널이 다음 세션 read 커널로 이어진다는 연속성을 강조하며 마무리하세요.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커널(kernel)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 실제 코드로 배우는 GPU 프로그래밍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6547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kernel_move_inv_write(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_ptr, char* end_ptr, unsigned int pattern);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그리드(grid)·블록(block)·스레드(thread)의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blockIdx·threadIdx·blockDim·gridDim의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kernel_move_inv_write를 한 줄씩 설명할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· GPU는 왜 다른가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— 지연시간(latency) 최적화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소수의 강력한 코어 (수 개~수십 개)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분기·순차 작업에 강함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하나가 한 작업을 빠르게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캐시, 정교한 예측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— 처리량(throughput) 최적화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단순한 코어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Single Instruction, Multiple Threads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대역폭이 핵심 (수백 GB/s)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현실적인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kernel_move_inv_write(char* _ptr, char* end_ptr, unsigned int pattern)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반환형은 항상 void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생략하면 host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부를 때 '스레드를 몇 개, 어떻게 묶어' 실행할지 지정합니다.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12264"/>
            <a:ext cx="5998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(ptr, end_ptr, p1);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0" y="196596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= 블록 128개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1290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87325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325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434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469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469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9578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613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613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8722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290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325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0434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469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9578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5613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613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8722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3" name="Shape 31"/>
          <p:cNvSpPr/>
          <p:nvPr/>
        </p:nvSpPr>
        <p:spPr>
          <a:xfrm>
            <a:off x="78181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181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1290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6" name="Shape 34"/>
          <p:cNvSpPr/>
          <p:nvPr/>
        </p:nvSpPr>
        <p:spPr>
          <a:xfrm>
            <a:off x="87325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434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9" name="Shape 37"/>
          <p:cNvSpPr/>
          <p:nvPr/>
        </p:nvSpPr>
        <p:spPr>
          <a:xfrm>
            <a:off x="96469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469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9578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613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613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8722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7818120" y="5715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= 스레드 1개  (블록당 1개)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292608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숫자 = 블록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안에 블록이 몇 개인가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숫자 = 블록당 스레드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블록 안에 스레드가 몇 개인가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128 × 1 = 128개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몇 번째 스레드인지'를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749040" y="221284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(그리드 안에서)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72384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8211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3182112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스레드의 번호 (블록 안에서)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513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49040" y="415137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(블록 크기)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206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512064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(그리드 크기)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실전에선 .x/.y/.z 로 2·3차원도 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관례 · 블록 1개 = 1 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BLOCKSIZE ((unsigned long)(1024*1024))   // = 1 MB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int* ptr = (unsigned int*)(_ptr + 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BLOCKSIZE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60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MB~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011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68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9268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MB~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415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672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672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MB~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0819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MB~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223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2480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MB~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962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1A1414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88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· ·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688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133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GPU 메모리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번호(blockIdx.x)에 1 MB를 곱해 자기 구역을 정합니다.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0은 0~1 MB, 블록 1은 1~2 MB … 서로 겹치지 않습니다.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kernel_move_inv_write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794760"/>
          </a:xfrm>
          <a:prstGeom prst="roundRect">
            <a:avLst>
              <a:gd name="adj" fmla="val 144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kernel_move_inv_write(char* _ptr, char* end_ptr, unsigned int pattern)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int* ptr = (unsigned int*)(_ptr + blockIdx.x*BLOCKSIZE);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(ptr &gt;= (unsigned int*) end_ptr)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// 범위 밖이면 아무 것도 안 함(guard)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 = 0; i &lt; BLOCKSIZE/sizeof(unsigned int); i++)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ptr[i] = pattern;             // 1 MB를 4바이트씩 pattern으로 채움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tests.cpp:245  —  블록당 스레드 1개라 threadIdx가 등장하지 않습니다. 스레드 하나가 1 MB 전체를 순회합니다.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블록당 스레드 1개일까?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단순함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0~9의 목적은 속도가 아니라 정확한 진단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배선(address wire) 오류를 찾으려면 예측 가능한 접근 패턴이 유리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단순 = 버그가 적고 신뢰 가능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입문자가 읽기에 완벽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느리다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GPU의 수천 코어를 거의 놀림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 → 병렬성 최소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10은 정반대로 설계됨:</a:t>
            </a:r>
            <a:endParaRPr lang="en-US" sz="15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  — 대역폭 최적화</a:t>
            </a:r>
            <a:endParaRPr lang="en-US" sz="1550" dirty="0"/>
          </a:p>
          <a:p>
            <a:pPr indent="0" marL="0">
              <a:buNone/>
            </a:pPr>
            <a:r>
              <a:rPr lang="en-US" sz="15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세션 3에서 두 방식을 직접 비교합니다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move_inv_test  (tests.cpp:312)  — 호스트(CPU) 함수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tot_num_blocks; i += GRIDSIZE)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dim3 grid;  grid.x = GRIDSIZE;                 // GRIDSIZE = 128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 + i*BLOCKSIZE, end_ptr, p1);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128 MB(블록 128개)를 처리하고,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for 루프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전체 메모리를 128 MB씩 훑습니다. 4 GB이면 약 32번 반복됩니다.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자기가 누구인지 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blockIdx.x를 printf로 출력해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크기를 바꿔보기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GRIDSIZE를 32/128/512로 바꿔 실행 시간 측정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내 마음대로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--pattern 0xDEADBEEF 로 커널 인자 전달 관찰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검사를 지우면?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guard를 없애 illegal memory access 재현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&lt;&lt;&lt;블록수, 블록당스레드수&gt;&gt;&gt;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blockIdx로 자기 구역 계산</a:t>
            </a:r>
            <a:endParaRPr lang="en-US" sz="1600" dirty="0"/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검사(guard)는 필수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 생략 → 이웃 메모리 침범</a:t>
            </a:r>
            <a:endParaRPr lang="en-US" sz="1600" dirty="0"/>
          </a:p>
          <a:p>
            <a:pPr marL="342900" indent="-342900"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데이터 이동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읽어서 검사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49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cudaMemcpy · cudaMemset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 커널이 올바른 값을 볼까? (메모리 플러시)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7772400" cy="1005840"/>
          </a:xfrm>
          <a:prstGeom prst="roundRect">
            <a:avLst>
              <a:gd name="adj" fmla="val 545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175504"/>
            <a:ext cx="7370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  →  읽어서 검사하고, 보수(complement)를 쓴다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       →  다시 읽어서 검사한다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2026-08-21T09:25:20Z</dcterms:created>
  <dcterms:modified xsi:type="dcterms:W3CDTF">2026-08-21T09:25:20Z</dcterms:modified>
</cp:coreProperties>
</file>