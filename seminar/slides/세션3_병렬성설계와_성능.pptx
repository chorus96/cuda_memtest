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0~9의 느린 커널을 충분히 봤으니, 오늘은 같은 문제를 빠르게 푸는 Test 10으로 성능을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실습에서 실제로 시간을 재고 대역폭을 측정합니다. 측정이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대비가 오늘의 출발점. 규모만 키운 게 아니라 인덱싱 방식도 바뀝니다(다음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 = i*blockDim.x + threadIdx.x 를 칠판에 그려가며 설명. 스레드 0,1,2,...가 주소 0,1,2,...를 맡음.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병합은 CUDA 성능 최적화의 1순위. T0~T3이 어느 칸을 가리키는지 눈으로 비교시키세요.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비동기 실행 개념이 핵심. cudaEventSynchronize가 왜 필요한지(GPU 완료 대기)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단위 변환(MB/ms=GB/s)을 칠판에서 한 번 유도하면 학생들이 확실히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스트림은 심화 주제라 개념만. 여러 스트림으로 겹쳐 실행(overlap)하는 건 향후 주제로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3의 블록 크기 스윕을 그래프로 그리게 하면 '최적점'을 스스로 발견합니다. 정답을 미리 주지 마세요.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본 병렬 커널에서 여러 스레드가 하나의 카운터를 건드리는 문제가 세션 4의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설계와 성능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(parallelism &amp; performance)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문제, 두 개의 커널 — 128 스레드 vs 210만 스레드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7358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test10_kernel_write&lt;&lt;&lt;32768, 64&gt;&gt;&gt;(...)   // 2,097,152 threads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i*blockDim.x + threadIdx.x;       // 이웃 스레드 = 이웃 주소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0" y="5532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2에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병렬성의 규모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&lt;&lt;&lt;grid,1&gt;&gt;&gt;(느림)과 &lt;&lt;&lt;32768,64&gt;&gt;&gt;(빠름)의 차이를 설명한다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인덱싱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 = i*blockDim.x + threadIdx.x 패턴을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측정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이벤트(event)로 커널 시간을 재고 대역폭을 계산한다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스레드가 이웃 주소를 접근할 때 왜 빠른지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대비 · 128 vs 210만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 (세션 1·2)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개의 스레드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&lt;&lt;&lt;128, 1&gt;&gt;&gt;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1개.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단순·정확하지만 GPU의 수천 코어를 거의 놀림.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 (오늘)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2860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2,097,152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6537960" y="32918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개의 스레드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&lt;&lt;&lt;32768, 64&gt;&gt;&gt;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343400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32,768 × 스레드 64.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스레드가 동시에 메모리를 두드림.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16,000배 더 많은 스레드 — 같은 "쓰고·읽어·검사"를 완전히 다른 규모로 실행합니다.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스레드가 자기 몫을 계산하는 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017520"/>
          </a:xfrm>
          <a:prstGeom prst="roundRect">
            <a:avLst>
              <a:gd name="adj" fmla="val 1818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test10_kernel_write   tests.cpp:1424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avenumber = memsize/(gridDim.x*gridDim.y); // 블록 하나가 맡을 바이트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TYPE* mybuf = (TYPE*)(ptr + blockIdx.x*avenumber); // 이 블록의 시작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 = avenumber/(blockDim.x*sizeof(TYPE));   // 스레드당 반복 횟수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n; i++){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index = i*blockDim.x + threadIdx.x;   // ★ 이웃 스레드 = 이웃 주소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mybuf[index] = p1;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7548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처음으로 </a:t>
            </a:r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threadIdx.x · blockDim.x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등장합니다. 세션 1의 커널엔 없었죠(스레드가 1개였으니까).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= unsigned long (8바이트). blockIdx로 블록의 구역을, threadIdx로 그 안의 위치를 정합니다.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워프(warp, 32스레드)가 접근하는 주소가 서로 붙어 있으면, 하드웨어가 하나의 큰 전송으로 묶습니다.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0848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병합됨 (index = i*blockDim.x + threadIdx.x)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90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2880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46888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4107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비병합 (index = threadIdx.x*n + i) — 스레드가 멀리 흩어짐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6888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0896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490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1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0936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494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895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0896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8952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→ 큰 전송 1번 → 대역폭 최대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스레드가 이웃 주소를 읽음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626364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비병합 → 작은 전송 여러 번 → 급락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4에서 직접 깨뜨려 측정합니다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이벤트로 시간 재기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743200"/>
          </a:xfrm>
          <a:prstGeom prst="roundRect">
            <a:avLst>
              <a:gd name="adj" fmla="val 2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test10   tests.cpp:1510~1524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cudaEventRecord(start, stream);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test10_kernel_write&lt;&lt;&lt;...&gt;&gt;&gt;(...);          // 쓰기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(i=0;i&lt;n;i++) test10_kernel_readwrite&lt;&lt;&lt;...&gt;&gt;&gt;(...); // 읽고쓰기 n회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cudaEventRecord(stop, stream);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cudaEventSynchronize(stop);                 // GPU가 끝날 때까지 대기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cudaEventElapsedTime(&amp;elapsedtime, start, stop); // 밀리초 경과시간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CPU 타이머가 아니라 GPU 이벤트?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비동기(asynchronous) 실행 — CPU는 커널을 던지고 바로 다음 줄로 갑니다. GPU 타임라인 위에 </a:t>
            </a:r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이벤트를 찍어야</a:t>
            </a:r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진짜 커널 시간을 잴 수 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대역폭(bandwidth) 계산 뜯어보기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bandwidth = (2*n + 1) * tot_num_blocks / elapsedtime   // GB/s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└ 접근 횟수 ┘   └ MB 단위 ┘   └ ms 단위 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(2n + 1)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패스 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1회 + 읽고쓰기 n회(각 읽기+쓰기=2)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tot_num_blocks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8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전송량 (MB)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8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하나 = BLOCKSIZE = 1 MB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6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39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elapsedtime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9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경과 시간 (ms)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9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이벤트로 잰 밀리초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MB ÷ ms = GB/s. 실측값을 GPU 스펙의 이론 대역폭과 비교하면 보통 60~90% 수준입니다.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스트림(stream) 맛보기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cudaStreamCreate(&amp;stream);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test10_kernel_write&lt;&lt;&lt;gridDim, blockDim, 0, stream&gt;&gt;&gt;(...);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                     ▲          ▲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           공유메모리 크기   스트림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스트림(stream)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 작업을 순서대로 처리하는 "작업 큐"입니다. Test 10은 하나의 스트림에 쓰기·읽기 커널을 순서대로 넣습니다.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2976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&lt;&lt;&lt;grid, block, 0, stream&gt;&gt;&gt;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754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구성의 3·4번째 인자: 공유 메모리 크기(0), 스트림. 세션 1에선 생략했던 부분입니다.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411480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42976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이벤트도 스트림에?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4754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이벤트를 같은 스트림에 기록해야 그 스트림의 커널들 시간을 정확히 잽니다.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커널 vs 빠른 커널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time으로 Test 3와 Test 10 실행 시간 비교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대역폭을 눈으로 보기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로 test10의 bandwidth 로그 확인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크기를 바꿔 측정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STRESS_BLOCKSIZE 32~256 별 대역폭 표 작성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 깨뜨리기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인덱스를 비병합으로 바꿔 대역폭 급락 관찰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측정이 핵심입니다 — 대역폭 로그는 --verbose 없이는 출력되지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 = 블록수 × 블록당 스레드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 = i*blockDim.x + threadIdx.x → 병합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이벤트로 시간 측정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= 전송량 ÷ 시간 (GB/s)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스레드만 늘리면 무한히 빨라진다고 착각 → 포화점 존재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타이머로 커널 시간 측정 → 비동기라 부정확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패턴을 흩뜨림 → 병합 깨져 대역폭 급락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안 줘서 대역폭 로그가 안 보임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4 · 원자연산과 에러 핸들링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오류 카운터를 </a:t>
            </a:r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늘리면 무슨 일이 생길까?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— 경쟁 조건(race condition) 없이 안전하게 세기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RECORD_ERR 매크로 · CUERR / SYNC_CUERR_KERNEL 에러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DeviceSynchronize 후에야 오류를 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3(대역폭 측정)을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2026-08-21T09:57:04Z</dcterms:created>
  <dcterms:modified xsi:type="dcterms:W3CDTF">2026-08-21T09:57:04Z</dcterms:modified>
</cp:coreProperties>
</file>