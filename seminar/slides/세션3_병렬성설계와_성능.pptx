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0~9의 느린 커널을 충분히 봤으니, 오늘은 같은 문제를 빠르게 푸는 Test 10으로 성능을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실습에서 실제로 시간을 재고 대역폭을 측정합니다. 측정이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대비가 오늘의 출발점. 규모만 키운 게 아니라 인덱싱 방식도 바뀝니다(다음 슬라이드).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SM에 블록 배정 → 워프(32스레드) 단위 실행. blockDim이 32 배수여야 스레드가 낭비 없이 채워짐. 코얼레싱과도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 = i*blockDim.x + threadIdx.x 를 칠판에 그려가며 설명. 스레드 0,1,2,...가 주소 0,1,2,...를 맡음.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병합은 CUDA 성능 최적화의 1순위. T0~T3이 어느 칸을 가리키는지 눈으로 비교시키세요.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워프 안에서 분기가 갈리면 GPU가 두 경로를 직렬 실행(마스킹). 데이터로 나눈 분기, 균일한 조건이 유리.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비동기 실행 개념이 핵심. cudaEventSynchronize가 왜 필요한지(GPU 완료 대기) 짚어주세요.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단위 변환(MB/ms=GB/s)을 칠판에서 한 번 유도하면 학생들이 확실히 이해합니다.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스트림은 심화 주제라 개념만. 여러 스트림으로 겹쳐 실행(overlap)하는 건 향후 주제로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 3의 블록 크기 스윕을 그래프로 그리게 하면 '최적점'을 스스로 발견합니다. 정답을 미리 주지 마세요.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본 병렬 커널에서 여러 스레드가 하나의 카운터를 건드리는 문제가 세션 4의 출발점.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병렬성 설계와 성능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(parallelism &amp; performance)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문제, 두 개의 커널 — 128 스레드 vs 210만 스레드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77358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test10_kernel_write&lt;&lt;&lt;32768, 64&gt;&gt;&gt;(...)   // 2,097,152 threads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= i*blockDim.x + threadIdx.x;       // 이웃 스레드 = 이웃 주소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869680" y="5532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2에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병렬성의 규모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&lt;&lt;&lt;grid,1&gt;&gt;&gt;(느림)과 &lt;&lt;&lt;32768,64&gt;&gt;&gt;(빠름)의 차이를 설명한다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인덱싱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index = i*blockDim.x + threadIdx.x 패턴을 이해한다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측정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이벤트(event)로 커널 시간을 재고 대역폭을 계산한다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병합(coalescing)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스레드가 이웃 주소를 접근할 때 왜 빠른지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규모의 대비 · 128 vs 210만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0~9 (세션 1·2)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128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개의 스레드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&lt;&lt;&lt;128, 1&gt;&gt;&gt;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343400"/>
            <a:ext cx="4800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스레드 1개.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단순·정확하지만 GPU의 수천 코어를 거의 놀림.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10 (오늘)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2860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2,097,152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6537960" y="32918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개의 스레드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37960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&lt;&lt;&lt;32768, 64&gt;&gt;&gt;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4343400"/>
            <a:ext cx="4800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32,768 × 스레드 64.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수백만 스레드가 동시에 메모리를 두드림.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16,000배 더 많은 스레드 — 같은 "쓰고·읽어·검사"를 완전히 다른 규모로 실행합니다.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하드웨어 · SM과 워프(warp)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블록은 SM(스트리밍 멀티프로세서)에 배정되고, 스레드는 32개씩 워프(warp)로 묶여 함께 실행됩니다.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6126480" cy="3931920"/>
          </a:xfrm>
          <a:prstGeom prst="roundRect">
            <a:avLst>
              <a:gd name="adj" fmla="val 1628"/>
            </a:avLst>
          </a:prstGeom>
          <a:solidFill>
            <a:srgbClr val="1E232C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5681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· SM 수십 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1248" y="2468880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25400">
            <a:solidFill>
              <a:srgbClr val="4FB0C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59689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248" y="292608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52344" y="2468880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52344" y="259689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52344" y="292608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468880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259689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63440" y="292608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41248" y="4096512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2245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1248" y="455371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52344" y="4096512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52344" y="42245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52344" y="455371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4096512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42245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63440" y="455371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02552" y="3657600"/>
            <a:ext cx="640080" cy="0"/>
          </a:xfrm>
          <a:prstGeom prst="line">
            <a:avLst/>
          </a:prstGeom>
          <a:noFill/>
          <a:ln w="31750">
            <a:solidFill>
              <a:srgbClr val="4FB0C6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6629400" y="32461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406640" y="1828800"/>
            <a:ext cx="4206240" cy="3931920"/>
          </a:xfrm>
          <a:prstGeom prst="roundRect">
            <a:avLst>
              <a:gd name="adj" fmla="val 1628"/>
            </a:avLst>
          </a:prstGeom>
          <a:solidFill>
            <a:srgbClr val="1E23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35240" y="195681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워프(warp) = 32 스레드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635240" y="234086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명령을 동시에 실행 (lockstep)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68096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4959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1822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08685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55548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02411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49274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96137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8096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4959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61822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08685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55548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02411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49274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96137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8096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4959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1822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08685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5548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02411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49274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96137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096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4959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61822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08685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55548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02411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49274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96137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80960" y="4855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32개 스레드가 한 덩어리로 움직임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7680960" y="4892040"/>
            <a:ext cx="3657600" cy="713232"/>
          </a:xfrm>
          <a:prstGeom prst="roundRect">
            <a:avLst>
              <a:gd name="adj" fmla="val 6410"/>
            </a:avLst>
          </a:prstGeom>
          <a:solidFill>
            <a:srgbClr val="1A2418"/>
          </a:solidFill>
          <a:ln/>
        </p:spPr>
      </p:sp>
      <p:sp>
        <p:nvSpPr>
          <p:cNvPr id="64" name="Text 62"/>
          <p:cNvSpPr/>
          <p:nvPr/>
        </p:nvSpPr>
        <p:spPr>
          <a:xfrm>
            <a:off x="7818120" y="4983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blockDim은 32의 배수가 유리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(실습 3에서 블록 크기별 대역폭 측정)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스레드가 자기 몫을 계산하는 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017520"/>
          </a:xfrm>
          <a:prstGeom prst="roundRect">
            <a:avLst>
              <a:gd name="adj" fmla="val 1818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test10_kernel_write   tests.cpp:1424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avenumber = memsize/(gridDim.x*gridDim.y); // 블록 하나가 맡을 바이트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TYPE* mybuf = (TYPE*)(ptr + blockIdx.x*avenumber); // 이 블록의 시작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n = avenumber/(blockDim.x*sizeof(TYPE));   // 스레드당 반복 횟수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0; i &lt; n; i++){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index = i*blockDim.x + threadIdx.x;   // ★ 이웃 스레드 = 이웃 주소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mybuf[index] = p1;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7548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처음으로 </a:t>
            </a:r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threadIdx.x · blockDim.x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등장합니다. 세션 1의 커널엔 없었죠(스레드가 1개였으니까).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= unsigned long (8바이트). blockIdx로 블록의 구역을, threadIdx로 그 안의 위치를 정합니다.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병합(coalescing)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워프(warp, 32스레드)가 접근하는 주소가 서로 붙어 있으면, 하드웨어가 하나의 큰 전송으로 묶습니다.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0848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병합됨 (index = i*blockDim.x + threadIdx.x)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0896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4904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88720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28800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468880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34107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비병합 (index = threadIdx.x*n + i) — 스레드가 멀리 흩어짐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8872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2880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6888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0896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4904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12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6928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0936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4944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8952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10896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58952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8640" y="4709160"/>
            <a:ext cx="5349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 → 큰 전송 1번 → 대역폭 최대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스레드가 이웃 주소를 읽음</a:t>
            </a:r>
            <a:endParaRPr lang="en-US" sz="1550" dirty="0"/>
          </a:p>
        </p:txBody>
      </p:sp>
      <p:sp>
        <p:nvSpPr>
          <p:cNvPr id="40" name="Text 38"/>
          <p:cNvSpPr/>
          <p:nvPr/>
        </p:nvSpPr>
        <p:spPr>
          <a:xfrm>
            <a:off x="6263640" y="4709160"/>
            <a:ext cx="5349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비병합 → 작은 전송 여러 번 → 급락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4에서 직접 깨뜨려 측정합니다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다이버전스(warp divergence)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워프(32 스레드)가 if/else로 갈리면, GPU는 두 경로를 순차로 실행합니다 (동시에 못 함).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75104"/>
            <a:ext cx="10661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(cond) { A; } else { B; }   // 워프 안에서 cond가 스레드마다 다르면?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워프의 스레드 (A=if경로, B=else경로)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1단계: if(A) 실행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01752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301752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059936" y="301752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59936" y="301752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36592" y="301752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6592" y="301752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13248" y="301752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13248" y="301752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89904" y="301752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9904" y="301752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66560" y="301752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0" y="301752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443216" y="301752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43216" y="301752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119872" y="301752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19872" y="301752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33688" y="3063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A 스레드만 활성, B는 대기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3840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2단계: else(B) 실행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383280" y="379476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83280" y="379476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059936" y="379476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59936" y="379476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736592" y="379476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36592" y="379476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13248" y="379476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13248" y="379476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089904" y="379476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89904" y="379476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766560" y="379476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66560" y="379476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43216" y="379476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43216" y="379476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8119872" y="379476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19872" y="379476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933688" y="3840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B 스레드만 활성, A는 대기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48640" y="4709160"/>
            <a:ext cx="5349240" cy="1051560"/>
          </a:xfrm>
          <a:prstGeom prst="roundRect">
            <a:avLst>
              <a:gd name="adj" fmla="val 6957"/>
            </a:avLst>
          </a:prstGeom>
          <a:solidFill>
            <a:srgbClr val="2A1618"/>
          </a:solidFill>
          <a:ln w="12700">
            <a:solidFill>
              <a:srgbClr val="E0645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7240" y="486460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두 경로를 순차 실행 → 최대 2배 느림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대기하는 스레드는 그 시간에 아무 일도 못 함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263640" y="4709160"/>
            <a:ext cx="5349240" cy="1051560"/>
          </a:xfrm>
          <a:prstGeom prst="roundRect">
            <a:avLst>
              <a:gd name="adj" fmla="val 6957"/>
            </a:avLst>
          </a:prstGeom>
          <a:solidFill>
            <a:srgbClr val="16240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92240" y="486460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피하는 법: 워프 내 스레드가 같은 경로를 타게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저장소의 커널은 if(ptr&gt;=end_ptr) return; 정도라 분기가 거의 균일 → 다이버전스 최소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이벤트로 시간 재기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743200"/>
          </a:xfrm>
          <a:prstGeom prst="roundRect">
            <a:avLst>
              <a:gd name="adj" fmla="val 2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test10   tests.cpp:1510~1524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cudaEventRecord(start, stream);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test10_kernel_write&lt;&lt;&lt;...&gt;&gt;&gt;(...);          // 쓰기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(i=0;i&lt;n;i++) test10_kernel_readwrite&lt;&lt;&lt;...&gt;&gt;&gt;(...); // 읽고쓰기 n회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cudaEventRecord(stop, stream);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cudaEventSynchronize(stop);                 // GPU가 끝날 때까지 대기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cudaEventElapsedTime(&amp;elapsedtime, start, stop); // 밀리초 경과시간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CPU 타이머가 아니라 GPU 이벤트?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비동기(asynchronous) 실행 — CPU는 커널을 던지고 바로 다음 줄로 갑니다. GPU 타임라인 위에 </a:t>
            </a:r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이벤트를 찍어야</a:t>
            </a:r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진짜 커널 시간을 잴 수 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대역폭(bandwidth) 계산 뜯어보기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bandwidth = (2*n + 1) * tot_num_blocks / elapsedtime   // GB/s</a:t>
            </a:r>
            <a:endParaRPr lang="en-US" sz="14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└ 접근 횟수 ┘   └ MB 단위 ┘   └ ms 단위 ┘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1E232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2004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(2n + 1)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37033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패스 수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41605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1회 + 읽고쓰기 n회(각 읽기+쓰기=2)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58640" y="301752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587240" y="32004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tot_num_blocks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87240" y="37033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전송량 (MB)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87240" y="41605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하나 = BLOCKSIZE = 1 MB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68640" y="301752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1E232C"/>
          </a:solidFill>
          <a:ln/>
        </p:spPr>
      </p:sp>
      <p:sp>
        <p:nvSpPr>
          <p:cNvPr id="15" name="Text 13"/>
          <p:cNvSpPr/>
          <p:nvPr/>
        </p:nvSpPr>
        <p:spPr>
          <a:xfrm>
            <a:off x="8397240" y="32004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elapsedtime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397240" y="37033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경과 시간 (ms)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97240" y="41605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이벤트로 잰 밀리초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MB ÷ ms = GB/s. 실측값을 GPU 스펙의 이론 대역폭과 비교하면 보통 60~90% 수준입니다.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스트림(stream) 맛보기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cudaStreamCreate(&amp;stream);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test10_kernel_write&lt;&lt;&lt;gridDim, blockDim, 0, stream&gt;&gt;&gt;(...);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                         ▲          ▲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               공유메모리 크기   스트림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스트림(stream)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GPU 작업을 순서대로 처리하는 "작업 큐"입니다. Test 10은 하나의 스트림에 쓰기·읽기 커널을 순서대로 넣습니다.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114800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2976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&lt;&lt;&lt;grid, block, 0, stream&gt;&gt;&gt;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754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구성의 3·4번째 인자: 공유 메모리 크기(0), 스트림. 세션 1에선 생략했던 부분입니다.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4114800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42976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이벤트도 스트림에?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4754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이벤트를 같은 스트림에 기록해야 그 스트림의 커널들 시간을 정확히 잽니다.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느린 커널 vs 빠른 커널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time으로 Test 3와 Test 10 실행 시간 비교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대역폭을 눈으로 보기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로 test10의 bandwidth 로그 확인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크기를 바꿔 측정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STRESS_BLOCKSIZE 32~256 별 대역폭 표 작성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 깨뜨리기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인덱스를 비병합으로 바꿔 대역폭 급락 관찰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측정이 핵심입니다 — 대역폭 로그는 --verbose 없이는 출력되지 않습니다.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스레드 = 블록수 × 블록당 스레드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index = i*blockDim.x + threadIdx.x → 병합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비동기 → 이벤트로 시간 측정</a:t>
            </a:r>
            <a:endParaRPr lang="en-US" sz="1550" dirty="0"/>
          </a:p>
          <a:p>
            <a:pPr marL="342900" indent="-342900"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= 전송량 ÷ 시간 (GB/s)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스레드만 늘리면 무한히 빨라진다고 착각 → 포화점 존재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타이머로 커널 시간 측정 → 비동기라 부정확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패턴을 흩뜨림 → 병합 깨져 대역폭 급락</a:t>
            </a:r>
            <a:endParaRPr lang="en-US" sz="1550" dirty="0"/>
          </a:p>
          <a:p>
            <a:pPr marL="342900" indent="-342900"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안 줘서 대역폭 로그가 안 보임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4 · 원자연산과 에러 핸들링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210만 스레드가 오류 카운터를 </a:t>
            </a:r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</a:t>
            </a:r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늘리면 무슨 일이 생길까?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 — 경쟁 조건(race condition) 없이 안전하게 세기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RECORD_ERR 매크로 · CUERR / SYNC_CUERR_KERNEL 에러 처리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비동기 → DeviceSynchronize 후에야 오류를 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3(대역폭 측정)을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2026-08-21T11:08:01Z</dcterms:created>
  <dcterms:modified xsi:type="dcterms:W3CDTF">2026-08-21T11:08:01Z</dcterms:modified>
</cp:coreProperties>
</file>