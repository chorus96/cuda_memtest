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본편의 마지막 회차. 멀티 GPU와 이식성을 배우고, 캡스톤으로 배운 것을 종합합니다.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관찰 실습 + 직접 구현(캡스톤)입니다. 마지막 회차인 만큼 종합에 집중.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스레드↔GPU 1:1 매핑. 각 스레드가 독립적으로 run_tests를 돕니다. 로그가 섞이는 이유이기도.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GPU마다 pthread→cudaSetDevice→버퍼할당→테스트→VRAM의 독립 스택. 병렬·독립 실행이 핵심. 논문의 S1070(4 GPU/노드)과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TLS 개념: 로그 접두사 [host][gpu_idx]가 스레드마다 올바른 GPU를 가리키는 이유.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토큰 페이스팅으로 cuda/hip 접두사를 붙임. 코드를 두 벌 관리하지 않는 이식성의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옵션 A는 40~50분이면 충분. 자신 있는 참석자에게만 B·C 권장.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3단계 하드코딩 상수가 가장 흔한 실수. 세션 2의 move_inv_test 재사용이 핵심 — 새 커널을 짤 필요 없음.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코드는 놀랄 만큼 짧습니다. 지금까지 배운 조각을 조립하는 것이 핵심 메시지.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저장소로 커널부터 멀티 GPU까지 완주. 실제 코드로 배운 것이 이 세미나의 강점.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마무리. 캡스톤 발표로 세미나를 닫습니다. 심화 학습 경로를 안내하세요.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74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세미나 · 세션 5 (마지막 회차)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097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 GPU · 이식성 · 프로젝트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(multi-GPU, portability, capstone)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4297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GPU에서 여러 GPU로, 그리고 나만의 커널을 만들어 시리즈를 마무리합니다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120640"/>
            <a:ext cx="8412480" cy="914400"/>
          </a:xfrm>
          <a:prstGeom prst="roundRect">
            <a:avLst>
              <a:gd name="adj" fmla="val 6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266944"/>
            <a:ext cx="80101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pthread_create(&amp;pid[i], NULL, thread_func, ...);  // GPU마다 스레드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MEMTEST_API_PREFIX(Malloc)  →  cudaMalloc  또는  hipMalloc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052560" y="5532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 과정 · 세션 4에 이어서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7373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682496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 GPU 패턴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00200" y="205740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하나당 CPU 스레드 하나 — pthread + cudaSetDevice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88336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71216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816352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지역 저장소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00200" y="319125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__thread gpu_idx가 왜 스레드마다 달라야 하나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22192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005072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3950208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이식성(portability)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600200" y="43251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코드로 CUDA와 HIP(AMD)를 모두 빌드하는 매크로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56048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513892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5084064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캡스톤(capstone)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00200" y="545896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것을 종합해 나만의 메모리 테스트를 추가한다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 GPU · GPU 하나당 스레드 하나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main이 GPU 개수만큼 pthread를 만들고, 각 스레드가 자기 GPU를 cudaSetDevice로 선택합니다.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2468880" cy="3108960"/>
          </a:xfrm>
          <a:prstGeom prst="roundRect">
            <a:avLst>
              <a:gd name="adj" fmla="val 2963"/>
            </a:avLst>
          </a:prstGeom>
          <a:solidFill>
            <a:srgbClr val="25303F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3317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main()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개수만큼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pthread 생성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0" y="214884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3703320" y="22402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0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217920" y="22402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cudaSetDevice(0)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0" y="22402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 0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474720" y="324612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3703320" y="33375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217920" y="33375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cudaSetDevice(1)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601200" y="33375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 1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474720" y="434340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3703320" y="44348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17920" y="44348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cudaSetDevice(2)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601200" y="44348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 2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스레드는 자기 GPU에 오류 버퍼를 할당(allocate_small_mem)하고 모든 테스트를 독립 실행합니다. (cuda_memtest.cpp:543)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 GPU 시스템 구조 · 병렬 스택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프로세스가 GPU마다 독립된 스레드 스택을 띄우고, 모두 동시에 검사를 실행합니다.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25303F"/>
          </a:solidFill>
          <a:ln w="19050">
            <a:solidFill>
              <a:srgbClr val="9AA6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83080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main() 프로세스  ·  GPU 개수만큼 pthread_create (cuda_memtest.cpp:543)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255520" y="2459736"/>
            <a:ext cx="0" cy="256032"/>
          </a:xfrm>
          <a:prstGeom prst="line">
            <a:avLst/>
          </a:prstGeom>
          <a:noFill/>
          <a:ln w="31750">
            <a:solidFill>
              <a:srgbClr val="8CC63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48640" y="280720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86207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스레드 0 (pthread)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309067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pthread_create로 생성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55520" y="3303727"/>
            <a:ext cx="0" cy="91440"/>
          </a:xfrm>
          <a:prstGeom prst="line">
            <a:avLst/>
          </a:prstGeom>
          <a:noFill/>
          <a:ln w="19050">
            <a:solidFill>
              <a:srgbClr val="2C344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48640" y="340156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345643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cudaSetDevice(i)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13232" y="368503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gpu_idx = i (thread-local)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55520" y="3898087"/>
            <a:ext cx="0" cy="91440"/>
          </a:xfrm>
          <a:prstGeom prst="line">
            <a:avLst/>
          </a:prstGeom>
          <a:noFill/>
          <a:ln w="19050">
            <a:solidFill>
              <a:srgbClr val="2C344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48640" y="399592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405079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allocate_small_mem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13232" y="427939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버퍼 할당 (이 GPU)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55520" y="4492447"/>
            <a:ext cx="0" cy="91440"/>
          </a:xfrm>
          <a:prstGeom prst="line">
            <a:avLst/>
          </a:prstGeom>
          <a:noFill/>
          <a:ln w="19050">
            <a:solidFill>
              <a:srgbClr val="2C344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48640" y="459028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464515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run_tests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" y="487375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11개 테스트 실행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255520" y="5086807"/>
            <a:ext cx="0" cy="91440"/>
          </a:xfrm>
          <a:prstGeom prst="line">
            <a:avLst/>
          </a:prstGeom>
          <a:noFill/>
          <a:ln w="19050">
            <a:solidFill>
              <a:srgbClr val="2C344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48640" y="518464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1A2418"/>
          </a:solidFill>
          <a:ln w="19050">
            <a:solidFill>
              <a:srgbClr val="8CC63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523951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 0 · VRAM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13232" y="546811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독립 메모리 (검사 대상)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080760" y="2459736"/>
            <a:ext cx="0" cy="256032"/>
          </a:xfrm>
          <a:prstGeom prst="line">
            <a:avLst/>
          </a:prstGeom>
          <a:noFill/>
          <a:ln w="31750">
            <a:solidFill>
              <a:srgbClr val="4FB0C6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373880" y="280720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38472" y="286207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스레드 1 (pthread)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38472" y="309067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pthread_create로 생성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080760" y="3303727"/>
            <a:ext cx="0" cy="91440"/>
          </a:xfrm>
          <a:prstGeom prst="line">
            <a:avLst/>
          </a:prstGeom>
          <a:noFill/>
          <a:ln w="19050">
            <a:solidFill>
              <a:srgbClr val="2C3440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373880" y="340156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38472" y="345643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cudaSetDevice(i)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38472" y="368503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gpu_idx = i (thread-local)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080760" y="3898087"/>
            <a:ext cx="0" cy="91440"/>
          </a:xfrm>
          <a:prstGeom prst="line">
            <a:avLst/>
          </a:prstGeom>
          <a:noFill/>
          <a:ln w="19050">
            <a:solidFill>
              <a:srgbClr val="2C3440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4373880" y="399592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38472" y="405079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allocate_small_mem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38472" y="427939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버퍼 할당 (이 GPU)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080760" y="4492447"/>
            <a:ext cx="0" cy="91440"/>
          </a:xfrm>
          <a:prstGeom prst="line">
            <a:avLst/>
          </a:prstGeom>
          <a:noFill/>
          <a:ln w="19050">
            <a:solidFill>
              <a:srgbClr val="2C3440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4373880" y="459028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38472" y="464515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run_tests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538472" y="487375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11개 테스트 실행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080760" y="5086807"/>
            <a:ext cx="0" cy="91440"/>
          </a:xfrm>
          <a:prstGeom prst="line">
            <a:avLst/>
          </a:prstGeom>
          <a:noFill/>
          <a:ln w="19050">
            <a:solidFill>
              <a:srgbClr val="2C3440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4373880" y="518464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1A2418"/>
          </a:solidFill>
          <a:ln w="19050">
            <a:solidFill>
              <a:srgbClr val="4FB0C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38472" y="523951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 1 · VRAM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538472" y="546811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독립 메모리 (검사 대상)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9906000" y="2459736"/>
            <a:ext cx="0" cy="256032"/>
          </a:xfrm>
          <a:prstGeom prst="line">
            <a:avLst/>
          </a:prstGeom>
          <a:noFill/>
          <a:ln w="31750">
            <a:solidFill>
              <a:srgbClr val="E0A458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8199120" y="280720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363712" y="286207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스레드 2 (pthread)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363712" y="309067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pthread_create로 생성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9906000" y="3303727"/>
            <a:ext cx="0" cy="91440"/>
          </a:xfrm>
          <a:prstGeom prst="line">
            <a:avLst/>
          </a:prstGeom>
          <a:noFill/>
          <a:ln w="19050">
            <a:solidFill>
              <a:srgbClr val="2C3440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8199120" y="340156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363712" y="345643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cudaSetDevice(i)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8363712" y="368503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gpu_idx = i (thread-local)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906000" y="3898087"/>
            <a:ext cx="0" cy="91440"/>
          </a:xfrm>
          <a:prstGeom prst="line">
            <a:avLst/>
          </a:prstGeom>
          <a:noFill/>
          <a:ln w="19050">
            <a:solidFill>
              <a:srgbClr val="2C3440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8199120" y="399592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363712" y="405079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allocate_small_mem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8363712" y="427939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버퍼 할당 (이 GPU)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9906000" y="4492447"/>
            <a:ext cx="0" cy="91440"/>
          </a:xfrm>
          <a:prstGeom prst="line">
            <a:avLst/>
          </a:prstGeom>
          <a:noFill/>
          <a:ln w="19050">
            <a:solidFill>
              <a:srgbClr val="2C3440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8199120" y="459028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363712" y="464515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run_tests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8363712" y="487375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11개 테스트 실행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9906000" y="5086807"/>
            <a:ext cx="0" cy="91440"/>
          </a:xfrm>
          <a:prstGeom prst="line">
            <a:avLst/>
          </a:prstGeom>
          <a:noFill/>
          <a:ln w="19050">
            <a:solidFill>
              <a:srgbClr val="2C3440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8199120" y="518464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1A2418"/>
          </a:solidFill>
          <a:ln w="19050">
            <a:solidFill>
              <a:srgbClr val="E0A45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363712" y="523951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 2 · VRAM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8363712" y="546811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독립 메모리 (검사 대상)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548640" y="6053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열은 완전히 독립·병렬 — 한 GPU의 오류가 다른 GPU를 멈추지 않습니다. (예: S1070 = 노드당 4 GPU)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지역 저장소 · __thread gpu_idx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2377440"/>
          </a:xfrm>
          <a:prstGeom prst="roundRect">
            <a:avLst>
              <a:gd name="adj" fmla="val 2308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cuda_memtest.h:81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extern __thread unsigned int gpu_idx;   // 스레드마다 독립된 복사본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thread_func  cuda_memtest.cpp:122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gpu_idx = device;              // 이 스레드의 GPU 번호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cudaSetDevice(device);         // 이 스레드는 이 GPU 담당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41148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__thread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(스레드 지역 저장소, TLS)를 붙이면 같은 이름의 변수라도 </a:t>
            </a:r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스레드마다 별도 값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가집니다.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5029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만약 일반 전역 변수였다면? </a:t>
            </a:r>
            <a:pPr indent="0" marL="0">
              <a:buNone/>
            </a:pPr>
            <a:r>
              <a:rPr lang="en-US" sz="15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스레드가 같은 gpu_idx를 덮어써 로그의 GPU 번호가 뒤죽박죽됩니다. TLS가 이를 막습니다.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이식성 · 하나의 코드, 두 백엔드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2651760"/>
          </a:xfrm>
          <a:prstGeom prst="roundRect">
            <a:avLst>
              <a:gd name="adj" fmla="val 206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cuda_memtest.h:53                    // 토큰 붙이기(##)로 이름 생성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#if defined(__CUDACC__)                  // NVIDIA CUDA 컴파일러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define MEMTEST_API_PREFIX(name) cuda##name   // Malloc → cudaMalloc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#elif defined(__HIP__)                   // AMD HIP 컴파일러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define MEMTEST_API_PREFIX(name) hip##name    // Malloc → hipMalloc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#endif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4434840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1E232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45720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코드는 이렇게 한 벌만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498348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MEMTEST_API_PREFIX(Malloc)(&amp;ptr, n);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539496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cudaMalloc을 직접 쓴 곳은 거의 없습니다.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4434840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45720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컴파일러가 결정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92240" y="498348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NVIDIA → cudaMalloc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AMD → hipMalloc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캡스톤 · 나만의 테스트 추가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것을 종합해 새 메모리 테스트를 구현합니다. 세 옵션 중 하나를 골라 발표하세요.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444240" cy="3566160"/>
          </a:xfrm>
          <a:prstGeom prst="roundRect">
            <a:avLst>
              <a:gd name="adj" fmla="val 2124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377440"/>
            <a:ext cx="822960" cy="731520"/>
          </a:xfrm>
          <a:prstGeom prst="roundRect">
            <a:avLst>
              <a:gd name="adj" fmla="val 125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529840" y="23774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★☆☆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04672" y="3246120"/>
            <a:ext cx="298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체커보드 패턴 테스트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04672" y="397764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0xAAAA / 0x5555 교차 패턴 새 테스트 추가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" y="521208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1·2 활용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58640" y="2148840"/>
            <a:ext cx="3444240" cy="3566160"/>
          </a:xfrm>
          <a:prstGeom prst="roundRect">
            <a:avLst>
              <a:gd name="adj" fmla="val 2124"/>
            </a:avLst>
          </a:prstGeom>
          <a:solidFill>
            <a:srgbClr val="1E232C"/>
          </a:solidFill>
          <a:ln/>
        </p:spPr>
      </p:sp>
      <p:sp>
        <p:nvSpPr>
          <p:cNvPr id="12" name="Text 10"/>
          <p:cNvSpPr/>
          <p:nvPr/>
        </p:nvSpPr>
        <p:spPr>
          <a:xfrm>
            <a:off x="4614672" y="2377440"/>
            <a:ext cx="822960" cy="731520"/>
          </a:xfrm>
          <a:prstGeom prst="roundRect">
            <a:avLst>
              <a:gd name="adj" fmla="val 125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339840" y="23774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★★☆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4672" y="3246120"/>
            <a:ext cx="298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3 성능 개선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4672" y="397764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느린 Test 3을 Test 10 스타일로 재작성·대역폭 비교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14672" y="521208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3 활용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168640" y="2148840"/>
            <a:ext cx="3444240" cy="3566160"/>
          </a:xfrm>
          <a:prstGeom prst="roundRect">
            <a:avLst>
              <a:gd name="adj" fmla="val 2124"/>
            </a:avLst>
          </a:prstGeom>
          <a:solidFill>
            <a:srgbClr val="1E232C"/>
          </a:solidFill>
          <a:ln/>
        </p:spPr>
      </p:sp>
      <p:sp>
        <p:nvSpPr>
          <p:cNvPr id="18" name="Text 16"/>
          <p:cNvSpPr/>
          <p:nvPr/>
        </p:nvSpPr>
        <p:spPr>
          <a:xfrm>
            <a:off x="8424672" y="2377440"/>
            <a:ext cx="822960" cy="731520"/>
          </a:xfrm>
          <a:prstGeom prst="roundRect">
            <a:avLst>
              <a:gd name="adj" fmla="val 12500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0149840" y="23774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★★★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424672" y="3246120"/>
            <a:ext cx="298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히스토그램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424672" y="397764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주소의 비트 패턴을 집계해 출력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424672" y="521208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4 활용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가이드는 가장 쉬운 옵션 A(체커보드)를 단계별로 제공합니다 — move_inv_test를 재사용합니다.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A · 체커보드 테스트 4단계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73936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709928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테스트 함수 작성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00200" y="209397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move_inv_test에 p1=0xAAAAAAAA, p2=0x55555555 전달 (tests.cpp)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60904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834640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770632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등록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00200" y="315468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cuda_memtests[] 배열 끝에 {함수, 설명, 1} 추가 (tests.cpp:1555)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721608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895344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E064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3831336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배열 크기 상수 고치기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00200" y="42153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extern cuda_memtests[11] → [12] (cuda_memtest.cpp:57) ⚠️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782312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956048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4892040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빌드 &amp; 실행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600200" y="527608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--list_tests 로 확인 후 --enable_test 11 로 실행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3단계를 빠뜨리면 새 테스트가 목록에 안 보입니다 — main 쪽 DIM()이 이 상수를 셉니다(cuda_memtest.cpp:223).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A · 코드 스케치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2148840"/>
          </a:xfrm>
          <a:prstGeom prst="roundRect">
            <a:avLst>
              <a:gd name="adj" fmla="val 255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1) tests.cpp — test2 아래에 새 함수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test_checkerboard(char* ptr, unsigned int tot_num_blocks) {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unsigned int p1 = 0xAAAAAAAA;   // 1010...  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unsigned int p2 = ~p1;          // 0101... = 0x55555555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move_inv_test(ptr, tot_num_blocks, p1, p2);  // 세션 2 재사용!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move_inv_test(ptr, tot_num_blocks, p2, p1);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3840480"/>
            <a:ext cx="11064240" cy="1463040"/>
          </a:xfrm>
          <a:prstGeom prst="roundRect">
            <a:avLst>
              <a:gd name="adj" fmla="val 375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3986784"/>
            <a:ext cx="10661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2) tests.cpp:1555 — 배열에 등록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{test_checkerboard, (char*)"Test11 [Checkerboard]", 1},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3) cuda_memtest.cpp:57 — 크기 상수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064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extern cuda_memtest_t cuda_memtests[12];   // 11 → 12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커널을 짤 필요가 없습니다 — 세션 2의 move_inv_test(write→readwrite→read)가 검사를 다 해줍니다. 재사용의 힘!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여정 되짚기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786384"/>
          </a:xfrm>
          <a:prstGeom prst="roundRect">
            <a:avLst>
              <a:gd name="adj" fmla="val 8140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691640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468880" y="1691640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모델 · 첫 커널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0" y="1691640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__global__, &lt;&lt;&lt;grid,block&gt;&gt;&gt;, blockIdx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96312"/>
            <a:ext cx="11064240" cy="786384"/>
          </a:xfrm>
          <a:prstGeom prst="roundRect">
            <a:avLst>
              <a:gd name="adj" fmla="val 8140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587752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2468880" y="2587752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모델 · 데이터 이동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858000" y="2587752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cudaMalloc/Memcpy, 쓰기-종료-읽기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92424"/>
            <a:ext cx="11064240" cy="786384"/>
          </a:xfrm>
          <a:prstGeom prst="roundRect">
            <a:avLst>
              <a:gd name="adj" fmla="val 8140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3483864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468880" y="3483864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병렬성 · 성능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58000" y="3483864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threadIdx, 병합, 이벤트로 대역폭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288536"/>
            <a:ext cx="11064240" cy="786384"/>
          </a:xfrm>
          <a:prstGeom prst="roundRect">
            <a:avLst>
              <a:gd name="adj" fmla="val 8140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4379976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64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2468880" y="4379976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원자연산 · 에러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0" y="4379976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atomicAdd, CUERR, 비동기 오류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184648"/>
            <a:ext cx="11064240" cy="786384"/>
          </a:xfrm>
          <a:prstGeom prst="roundRect">
            <a:avLst>
              <a:gd name="adj" fmla="val 8140"/>
            </a:avLst>
          </a:prstGeom>
          <a:solidFill>
            <a:srgbClr val="1E232C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5276088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5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2468880" y="5276088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 GPU · 이식성 · 프로젝트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58000" y="5276088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pthread, HIP, 나만의 커널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장난감 예제가 아니라 500줄 넘는 실제 프로덕션 코드로 CUDA의 핵심을 모두 훑었습니다.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 🎉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실제 CUDA 코드를 읽고 고칠 수 있습니다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08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단계로 나아가려면: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361188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메모리(shared memory)·워프(warp) 심화 — 타일링, 리덕션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Nsight 프로파일러로 실제 병목 분석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NVIDIA CUDA C++ Programming Guide · cuda-samples 저장소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저장소의 원논문: doc/ 의 SAAHPC 2009 (한국어 EPUB 번역본 포함)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캡스톤 프로젝트를 완성해 발표해 주세요.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2026-08-21T16:03:03Z</dcterms:created>
  <dcterms:modified xsi:type="dcterms:W3CDTF">2026-08-21T16:03:03Z</dcterms:modified>
</cp:coreProperties>
</file>