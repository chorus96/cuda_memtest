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본편의 마지막 회차. 멀티 GPU와 이식성을 배우고, 캡스톤으로 배운 것을 종합합니다.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관찰 실습 + 직접 구현(캡스톤)입니다. 마지막 회차인 만큼 종합에 집중.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스레드↔GPU 1:1 매핑. 각 스레드가 독립적으로 run_tests를 돕니다. 로그가 섞이는 이유이기도.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TLS 개념: 로그 접두사 [host][gpu_idx]가 스레드마다 올바른 GPU를 가리키는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토큰 페이스팅으로 cuda/hip 접두사를 붙임. 코드를 두 벌 관리하지 않는 이식성의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옵션 A는 40~50분이면 충분. 자신 있는 참석자에게만 B·C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하드코딩 상수가 가장 흔한 실수. 세션 2의 move_inv_test 재사용이 핵심 — 새 커널을 짤 필요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코드는 놀랄 만큼 짧습니다. 지금까지 배운 조각을 조립하는 것이 핵심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저장소로 커널부터 멀티 GPU까지 완주. 실제 코드로 배운 것이 이 세미나의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캡스톤 발표로 세미나를 닫습니다. 심화 학습 경로를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5 (마지막 회차)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(multi-GPU, portability, capstone)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GPU에서 여러 GPU로, 그리고 나만의 커널을 만들어 시리즈를 마무리합니다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41248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8010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pthread_create(&amp;pid[i], NULL, thread_func, ...);  // GPU마다 스레드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  →  cudaMalloc  또는  hipMalloc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4에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패턴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하나당 CPU 스레드 하나 — pthread + cudaSetDevice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 gpu_idx가 왜 스레드마다 달라야 하나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이식성(portability)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코드로 CUDA와 HIP(AMD)를 모두 빌드하는 매크로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캡스톤(capstone)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나만의 메모리 테스트를 추가한다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GPU 하나당 스레드 하나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main이 GPU 개수만큼 pthread를 만들고, 각 스레드가 자기 GPU를 cudaSetDevice로 선택합니다.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468880" cy="3108960"/>
          </a:xfrm>
          <a:prstGeom prst="roundRect">
            <a:avLst>
              <a:gd name="adj" fmla="val 2963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개수만큼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 생성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2402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240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0" y="2240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74720" y="32461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3337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3337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474720" y="43434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4434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cudaSetDevice(2)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0" y="4434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스레드는 자기 GPU에 오류 버퍼를 할당(allocate_small_mem)하고 모든 테스트를 독립 실행합니다. (cuda_memtest.cpp:543)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 · __thread gpu_idx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cuda_memtest.h:81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__thread unsigned int gpu_idx;   // 스레드마다 독립된 복사본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thread_func  cuda_memtest.cpp:122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gpu_idx = device;              // 이 스레드의 GPU 번호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cudaSetDevice(device);         // 이 스레드는 이 GPU 담당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(스레드 지역 저장소, TLS)를 붙이면 같은 이름의 변수라도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별도 값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가집니다.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일반 전역 변수였다면?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같은 gpu_idx를 덮어써 로그의 GPU 번호가 뒤죽박죽됩니다. TLS가 이를 막습니다.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 · 하나의 코드, 두 백엔드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cuda_memtest.h:53                    // 토큰 붙이기(##)로 이름 생성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#if defined(__CUDACC__)                  // NVIDIA CUDA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cuda##name   // Malloc → cudaMalloc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#elif defined(__HIP__)                   // AMD HIP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hip##name    // Malloc → hipMalloc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#endif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이렇게 한 벌만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MEMTEST_API_PREFIX(Malloc)(&amp;ptr, n);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cudaMalloc을 직접 쓴 곳은 거의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컴파일러가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9834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 → cudaMalloc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AMD → hipMalloc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· 나만의 테스트 추가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새 메모리 테스트를 구현합니다. 세 옵션 중 하나를 골라 발표하세요.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2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★☆☆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체커보드 패턴 테스트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0xAAAA / 0x5555 교차 패턴 새 테스트 추가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1·2 활용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5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3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3 성능 개선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Test 3을 Test 10 스타일로 재작성·대역폭 비교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1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활용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6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2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14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2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히스토그램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2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주소의 비트 패턴을 집계해 출력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2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활용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가이드는 가장 쉬운 옵션 A(체커보드)를 단계별로 제공합니다 — move_inv_test를 재사용합니다.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체커보드 테스트 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73936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70992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테스트 함수 작성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0939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move_inv_test에 p1=0xAAAAAAAA, p2=0x55555555 전달 (tests.cpp)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77063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등록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 끝에 {함수, 설명, 1} 추가 (tests.cpp:1555)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2160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9534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크기 상수 고치기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2153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cuda_memtests[11] → [12] (cuda_memtest.cpp:57) ⚠️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56048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89204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&amp; 실행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27608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확인 후 --enable_test 11 로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3단계를 빠뜨리면 새 테스트가 목록에 안 보입니다 — main 쪽 DIM()이 이 상수를 셉니다(cuda_memtest.cpp:223).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코드 스케치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148840"/>
          </a:xfrm>
          <a:prstGeom prst="roundRect">
            <a:avLst>
              <a:gd name="adj" fmla="val 255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tests.cpp — test2 아래에 새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test_checkerboard(char* ptr, unsigned int tot_num_blocks)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p1 = 0xAAAAAAAA;   // 1010... 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p2 = ~p1;          // 0101... = 0x55555555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p1, p2);  // 세션 2 재사용!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p2,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3986784"/>
            <a:ext cx="10661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tests.cpp:1555 — 배열에 등록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{test_checkerboard, (char*)"Test11 [Checkerboard]", 1},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3) cuda_memtest.cpp:57 — 크기 상수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cuda_memtest_t cuda_memtests[12];   // 11 → 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커널을 짤 필요가 없습니다 — 세션 2의 move_inv_test(write→readwrite→read)가 검사를 다 해줍니다. 재사용의 힘!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여정 되짚기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6916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468880" y="16916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169164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&lt;&lt;&lt;grid,block&gt;&gt;&gt;, blockIdx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58775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468880" y="25877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58775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쓰기-종료-읽기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92424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48386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468880" y="34838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3483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threadIdx, 병합, 이벤트로 대역폭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99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468880" y="437997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437997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 오류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84648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527608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468880" y="5276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5276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 500줄 넘는 실제 프로덕션 코드로 CUDA의 핵심을 모두 훑었습니다.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실제 CUDA 코드를 읽고 고칠 수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나아가려면: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 memory)·워프(warp) 심화 — 타일링, 리덕션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Nsight 프로파일러로 실제 병목 분석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 CUDA C++ Programming Guide · cuda-samples 저장소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원논문: doc/ 의 SAAHPC 2009 (한국어 EPUB 번역본 포함)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프로젝트를 완성해 발표해 주세요.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2026-08-21T10:10:13Z</dcterms:created>
  <dcterms:modified xsi:type="dcterms:W3CDTF">2026-08-21T10:10:13Z</dcterms:modified>
</cp:coreProperties>
</file>