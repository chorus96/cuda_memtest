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쓰기 커널에 이어, 오늘은 읽어서 검사하기 + GPU↔CPU 데이터 이동을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write 커널이 오늘의 read 커널과 어떻게 이어지는지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 단계에선 '전역 메모리 = 크고 느림 = 검사 대상' 하나만 확실히. 나머지는 세션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cudaMalloc은 (void**)&amp;ptr 이중 포인터가 처음엔 헷갈립니다. '포인터의 주소를 넘겨 GPU 주소를 받아온다'로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세션 2의 핵심. '커널 종료 = 메모리 반영(flush) 보장'을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루프가 각각 write/readwrite/read 커널에 대응. Test2는 이 함수를 (p1,p2)와 (p2,p1)로 두 번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고착(stuck-at) 오류 개념을 비트 그림으로. 왜 한 방향 검사로는 부족한지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디바이스 포인터를 호스트에서 역참조하면 안 된다는 점이 입문자 핵심 함정.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에러 처리와 재시도 루프는 세션 4(에러 핸들링)의 예고편이기도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3(fault injection)이 하이라이트. 실제 불량 칩이 내는 증상을 소프트웨어로 재현한다는 점을 강조. 반드시 원복.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느린 커널을 충분히 이해했으니, 다음엔 같은 문제를 빠르게 푸는 커널로 성능을 배운다는 흐름.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모델과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이동(data movement)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· 끝내고 · 읽어서 · 검사한다 — cuda_memtest의 심장부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78638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461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  →  cudaMemset  →  커널 실행  →  cudaMemcpy(D→H)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GPU에 할당      0으로 초기화        검사           오류를 CPU로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0" y="5532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1에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3종 API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cudaMemset · cudaMemcpy를 구분해 쓸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쓰기-종료-읽기 패턴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읽기가 올바른 값을 보는지 설명한다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3개의 협업으로 p1→p2 검사가 이뤄짐을 이해한다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error_checking이 cudaMemcpy로 오류를 가져오는 흐름을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계층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것은 이 중 가장 크고 느린 전역 메모리(global memory)입니다.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134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7706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전용 · 가장 빠름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0" y="2313432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안의 지역 변수 (i, ptr)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4087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내 스레드가 공유 · 빠름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3630168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안 씀 (세션 3에서 개념만)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82312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469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540410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접근 · 크고 느림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4946904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대상! cudaMalloc으로 할당한 4 GB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3종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 메모리 할당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(void**)&amp;ptr 로 포인터를 받음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아니라 GPU 메모리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tests.cpp:1573 (오류 버퍼)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61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cudaMemset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초기화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0으로 채움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 직후 깨끗이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error_checking에서 재초기화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6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42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2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↔ CPU 복사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지정 필수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DeviceToHost = GPU→CPU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CPU로 가져옴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 모두 allocate_small_mem(할당·초기화)과 error_checking(복사)에서 실제로 볼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· 왜 커널을 끝내고 다시 시작할까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읽으면, 아직 메모리에 반영 안 된 값을 읽을 수 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쓰기 커널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메모리에 p1을 쓴다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13632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커널 종료 = flush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26864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(커널이 끝나야)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26864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값이 메모리에 확실히 반영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63256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읽기 커널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76488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p1인지 검사하고 p2를 쓴다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분리 덕분에 하드웨어 메모리 오류를 신뢰성 있게 잡습니다.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쓰기와 읽기가 서로 다른 커널 실행이어야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메모리를 실제로 왕복한 값을 검사하게 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 · 세 개의 for 루프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977640"/>
          </a:xfrm>
          <a:prstGeom prst="roundRect">
            <a:avLst>
              <a:gd name="adj" fmla="val 137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tests.cpp:305   호스트(CPU)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쓰기 루프  ─ 전체 메모리에 p1을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kernel_move_inv_write&lt;&lt;&lt;grid,1&gt;&gt;&gt;(...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읽고-쓰기 루프 ─ p1 검사 후 보수 p2를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kernel_move_inv_readwrite&lt;&lt;&lt;grid,1&gt;&gt;&gt;(... p1,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error_checking("move_inv_readwrite", i);  // 오류를 CPU로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읽기 루프 ─ p2 인지 다시 검사한다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kernel_move_inv_read&lt;&lt;&lt;grid,1&gt;&gt;&gt;(...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error_checking("move_inv_read", i);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커널 실행 뒤 error_checking으로 오류를 확인합니다. 커널→검사→커널→검사 리듬을 기억하세요.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 알고리즘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p1을 썼다가, 확인 후 그 보수 p2 = ~p1로 뒤집어 다시 확인합니다. 비트를 양방향으로 검사해 고착 오류를 잡습니다.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=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7588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2569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25312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12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67512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2492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249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7473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= ~p1 =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92608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67588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42569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569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175504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75504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925312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25312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67512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2492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817473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473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926080" y="3127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모든 비트 반전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p2(0을 기대) 검사에서 걸리고,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0으로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p1(1을 기대) 검사에서 걸립니다. 그래서 양방향 검사가 필요합니다.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2는 p1=0x00000000, p2=0xFFFFFFFF (모두 0 / 모두 1)로 이 검사를 수행합니다. (tests.cpp:705)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error_checking()  tests.cpp:108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err = 0;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cudaMemcpy(&amp;err, err_count, sizeof(unsigned int),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cudaMemcpyDeviceToHost);   // GPU 카운터 → CPU 변수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(err) {  /* 오류 주소·기대값·현재값을 출력·기록 */  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GPU에 있는 디바이스 포인터입니다. CPU는 그 값을 </a:t>
            </a:r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읽을 수 없어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반드시 cudaMemcpy로 가져와야 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기록되는 정보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 · 기대값 · 실제값 · 재읽기값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10개만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MAX_ERR_RECORD_COUNT=10, 순환 기록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코드 · 할 수 있는 만큼 할당하기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cuda_memtest.cpp:157   가용 메모리를 조회하고,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할당 실패하면 블록을 하나씩 줄여 재시도한다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 = free / BLOCKSIZE;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 = cudaMalloc(&amp;ptr, tot_num_blocks * 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(err != cudaSuccess) --tot_num_blocks;   // 줄여서 재시도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while (cudaGetLastError() != cudaSuccess);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드라이버가 보고한 여유 메모리를 다 할당하지 못할 때가 있습니다. 실전 코드는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가정하고 우아하게 물러섭니다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장난감 예제와 프로덕션 코드의 차이입니다.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cudaMemGetInfo로 여유 메모리를 조회 → BLOCKSIZE(1 MB)로 나눠 블록 수 결정.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커널의 협업 보기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--verbose 로 write→readwrite→read 순서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error_checking의 cudaMemcpy 직후 출력 추가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메모리를 훼손해 오류 재현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커널에서 비트 하나를 뒤집어 검출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버퍼 할당 보기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allocate_small_mem의 cudaMalloc/Memset 관찰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Malloc(할당)·Memset(초기화)·Memcpy(복사)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Memcpy 방향: DeviceToHost = GPU→CPU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커널 종료 = 메모리 반영 보장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반전: p1 → p2(보수) 양방향 검사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포인터를 CPU에서 *ptr로 역참조 → 오류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방향을 반대로 지정 → 값이 안 옴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읽기 → 반영 전 값 읽음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cudaMalloc에 (void**) 이중 포인터를 안 넘김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· 병렬성 설계와 성능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</a:t>
            </a:r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1&gt;&gt;&gt;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(블록당 스레드 1개, 느림)을, Test 10의 </a:t>
            </a:r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(빠름)와 비교합니다.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 · blockDim 로 수천 스레드가 협업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시간 측정 → 대역폭(GB/s) 계산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병합(coalescing)이 왜 속도를 좌우하는가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2를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2026-08-21T09:51:08Z</dcterms:created>
  <dcterms:modified xsi:type="dcterms:W3CDTF">2026-08-21T09:51:08Z</dcterms:modified>
</cp:coreProperties>
</file>