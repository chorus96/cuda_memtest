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중첩 박스로 '범위'를 시각화. 안쪽=빠르고 작음/좁은 범위, 바깥=느리고 큼/넓은 범위. 전역이 검사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구조 · 범위(scope)로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'누가 접근할 수 있는가(범위)'로 나뉩니다. 범위가 넓을수록 크지만 느립니다.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794760"/>
          </a:xfrm>
          <a:prstGeom prst="roundRect">
            <a:avLst>
              <a:gd name="adj" fmla="val 1687"/>
            </a:avLst>
          </a:prstGeom>
          <a:solidFill>
            <a:srgbClr val="1420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  ·  모든 스레드 접근  ·  크고 느림 (예: 4 GB)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cuda_memtest가 검사하는 대상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6583680" cy="2560320"/>
          </a:xfrm>
          <a:prstGeom prst="roundRect">
            <a:avLst>
              <a:gd name="adj" fmla="val 2143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71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 ·  블록 내 스레드끼리 공유  ·  빠름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쓰지 않음 (개념만)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356616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0E1116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  ·  스레드 전용  ·  가장 빠름·가장 작음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4114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안의 지역 변수 (i, ptr 등)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2560320"/>
            <a:ext cx="3246120" cy="2377440"/>
          </a:xfrm>
          <a:prstGeom prst="roundRect">
            <a:avLst>
              <a:gd name="adj" fmla="val 269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788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31821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(CPU RAM)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별개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여기로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91272" y="3520440"/>
            <a:ext cx="448056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범위: 레지스터(스레드) ⊂ 공유(블록) ⊂ 전역(전체 GPU). 호스트 메모리는 GPU 밖 — cudaMemcpy로만 오갑니다.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2026-08-21T15:55:02Z</dcterms:created>
  <dcterms:modified xsi:type="dcterms:W3CDTF">2026-08-21T15:55:02Z</dcterms:modified>
</cp:coreProperties>
</file>