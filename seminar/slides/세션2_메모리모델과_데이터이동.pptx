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1의 쓰기 커널에 이어, 오늘은 읽어서 검사하기 + GPU↔CPU 데이터 이동을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1의 write 커널이 오늘의 read 커널과 어떻게 이어지는지 예고하세요.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입문 단계에선 '전역 메모리 = 크고 느림 = 검사 대상' 하나만 확실히. 나머지는 세션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중첩 박스로 '범위'를 시각화. 안쪽=빠르고 작음/좁은 범위, 바깥=느리고 큼/넓은 범위. 전역이 검사 대상.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주소 매핑: SW가 선형 주소 계산 → HW 디코더가 뱅크/행/열로 분해. 주소 배선 고장=aliasing. Test0(walking 1비트)·Test1(own address)이 이를 검사. 원논문 Table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cudaMalloc은 (void**)&amp;ptr 이중 포인터가 처음엔 헷갈립니다. '포인터의 주소를 넘겨 GPU 주소를 받아온다'로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세션 2의 핵심. '커널 종료 = 메모리 반영(flush) 보장'을 각인시키세요.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루프가 각각 write/readwrite/read 커널에 대응. Test2는 이 함수를 (p1,p2)와 (p2,p1)로 두 번 부릅니다.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UML 시퀀스풍. 실선=호스트가 GPU에 커널 요청, 점선=GPU→호스트 반환(동기화/데이터). flush가 정확성의 열쇠.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고착(stuck-at) 오류 개념을 비트 그림으로. 왜 한 방향 검사로는 부족한지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패턴→결함 매핑. 워킹=주소/배선, 0·1=고착, 8비트=미세고착, 난수=데이터민감, 비트페이드=보존, 난수반복=소프트. 원논문 Table I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디바이스 포인터를 호스트에서 역참조하면 안 된다는 점이 입문자 핵심 함정. cudaMemcpy가 다리 역할.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에러 처리와 재시도 루프는 세션 4(에러 핸들링)의 예고편이기도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3(fault injection)이 하이라이트. 실제 불량 칩이 내는 증상을 소프트웨어로 재현한다는 점을 강조. 반드시 원복.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목표(슬라이드 2)로 돌아가 자가 점검을 유도하세요.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느린 커널을 충분히 이해했으니, 다음엔 같은 문제를 빠르게 푸는 커널로 성능을 배운다는 흐름.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모델과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이동(data movement)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쓰고 · 끝내고 · 읽어서 · 검사한다 — cuda_memtest의 심장부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5266944"/>
            <a:ext cx="7461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  →  cudaMemset  →  커널 실행  →  cudaMemcpy(D→H)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GPU에 할당      0으로 초기화        검사           오류를 CPU로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95360" y="5532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 과정 · 세션 1에 이어서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메모리 3종 API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cudaMalloc · cudaMemset · cudaMemcpy를 구분해 쓸 수 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8712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1635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쓰기-종료-읽기 패턴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쓰기 커널을 끝내야 읽기가 올바른 값을 보는지 설명한다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0050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5020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반전(moving inversion)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3개의 협업으로 p1→p2 검사가 이뤄짐을 이해한다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1389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8406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CPU로 돌아오는 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4589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error_checking이 cudaMemcpy로 오류를 가져오는 흐름을 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메모리 계층 한눈에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cuda_memtest가 검사하는 것은 이 중 가장 크고 느린 전역 메모리(global memory)입니다.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3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134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레지스터(register)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706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전용 · 가장 빠름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0" y="2313432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안의 지역 변수 (i, ptr)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65576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32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301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메모리(shared)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087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내 스레드가 공유 · 빠름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36301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저장소는 거의 안 씀 (세션 3에서 개념만)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782312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1E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9469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메모리(global)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540410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스레드가 접근 · 크고 느림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4946904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대상! cudaMalloc으로 할당한 4 GB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계층 구조 · 범위(scope)로 보기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메모리는 '누가 접근할 수 있는가(범위)'로 나뉩니다. 범위가 넓을수록 크지만 느립니다.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00" cy="3794760"/>
          </a:xfrm>
          <a:prstGeom prst="roundRect">
            <a:avLst>
              <a:gd name="adj" fmla="val 1687"/>
            </a:avLst>
          </a:prstGeom>
          <a:solidFill>
            <a:srgbClr val="14201A"/>
          </a:solidFill>
          <a:ln w="19050">
            <a:solidFill>
              <a:srgbClr val="8CC6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025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메모리(Global)  ·  모든 스레드 접근  ·  크고 느림 (예: 4 GB)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cuda_memtest가 검사하는 대상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6583680" cy="2560320"/>
          </a:xfrm>
          <a:prstGeom prst="roundRect">
            <a:avLst>
              <a:gd name="adj" fmla="val 2143"/>
            </a:avLst>
          </a:prstGeom>
          <a:solidFill>
            <a:srgbClr val="12212A"/>
          </a:solidFill>
          <a:ln w="19050">
            <a:solidFill>
              <a:srgbClr val="4FB0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87121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메모리(Shared)  ·  블록 내 스레드끼리 공유  ·  빠름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32004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저장소는 거의 쓰지 않음 (개념만)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3566160"/>
            <a:ext cx="5852160" cy="1417320"/>
          </a:xfrm>
          <a:prstGeom prst="roundRect">
            <a:avLst>
              <a:gd name="adj" fmla="val 3226"/>
            </a:avLst>
          </a:prstGeom>
          <a:solidFill>
            <a:srgbClr val="0E1116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3730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레지스터(Register)  ·  스레드 전용  ·  가장 빠름·가장 작음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508760" y="4114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커널 안의 지역 변수 (i, ptr 등)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66760" y="2560320"/>
            <a:ext cx="3246120" cy="2377440"/>
          </a:xfrm>
          <a:prstGeom prst="roundRect">
            <a:avLst>
              <a:gd name="adj" fmla="val 2692"/>
            </a:avLst>
          </a:prstGeom>
          <a:solidFill>
            <a:srgbClr val="1E232C"/>
          </a:solidFill>
          <a:ln w="19050">
            <a:solidFill>
              <a:srgbClr val="9AA6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메모리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49640" y="31821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(CPU RAM)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964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GPU와 별개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9640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cudaMemcpy로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정보를 여기로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91272" y="3520440"/>
            <a:ext cx="448056" cy="0"/>
          </a:xfrm>
          <a:prstGeom prst="line">
            <a:avLst/>
          </a:prstGeom>
          <a:noFill/>
          <a:ln w="31750">
            <a:solidFill>
              <a:srgbClr val="4FB0C6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범위: 레지스터(스레드) ⊂ 공유(블록) ⊂ 전역(전체 GPU). 호스트 메모리는 GPU 밖 — cudaMemcpy로만 오갑니다.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주소 매핑 · 주소 버스 검사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스레드가 계산한 주소가 실제 어느 물리 셀로 가는지, 그 '주소 배선'이 멀쩡한지가 메모리 검사의 핵심입니다.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2331720"/>
          </a:xfrm>
          <a:prstGeom prst="roundRect">
            <a:avLst>
              <a:gd name="adj" fmla="val 2745"/>
            </a:avLst>
          </a:prstGeom>
          <a:solidFill>
            <a:srgbClr val="1E232C"/>
          </a:solidFill>
          <a:ln w="19050">
            <a:solidFill>
              <a:srgbClr val="4FB0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소프트웨어: 주소 계산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478024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 = _ptr + blockIdx.x*BLOCKSIZE + i*sizeof(uint)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1539240" cy="77724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9AA6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54680"/>
            <a:ext cx="144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_ptr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주소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3640" y="3063240"/>
            <a:ext cx="1539240" cy="77724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9360" y="3154680"/>
            <a:ext cx="144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blockIdx×1MB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99360" y="352044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구역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30040" y="3063240"/>
            <a:ext cx="1539240" cy="77724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75760" y="3154680"/>
            <a:ext cx="144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i×4B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75760" y="352044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원소 위치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82219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평탄한 선형 주소(flat address)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5349240" cy="2331720"/>
          </a:xfrm>
          <a:prstGeom prst="roundRect">
            <a:avLst>
              <a:gd name="adj" fmla="val 2745"/>
            </a:avLst>
          </a:prstGeom>
          <a:solidFill>
            <a:srgbClr val="1E232C"/>
          </a:solidFill>
          <a:ln w="19050">
            <a:solidFill>
              <a:srgbClr val="E0A4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920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하드웨어: 주소 디코딩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231343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디코더(주소 배선)가 주소 비트를 나눠 물리 셀을 고릅니다.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2743200"/>
            <a:ext cx="1569720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743200"/>
            <a:ext cx="1569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뱅크(bank)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53400" y="2743200"/>
            <a:ext cx="1569720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3400" y="2743200"/>
            <a:ext cx="1569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행(row)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14560" y="2743200"/>
            <a:ext cx="1569720" cy="502920"/>
          </a:xfrm>
          <a:prstGeom prst="roundRect">
            <a:avLst>
              <a:gd name="adj" fmla="val 7273"/>
            </a:avLst>
          </a:prstGeom>
          <a:solidFill>
            <a:srgbClr val="0E1116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4560" y="2743200"/>
            <a:ext cx="1569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열(column)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3192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주소 비트 → (뱅크 · 행 · 열)로 분해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36576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배선 하나가 고착되면 </a:t>
            </a:r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064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A로 쓴 값이 엉뚱한 A'에 저장(에일리어싱)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패턴만 봐선 놓칠 수 있습니다.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201A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4074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배선을 겨냥한 검사 (원논문 Table I: address bus test)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47731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0 [Walking 1 bit]: </a:t>
            </a:r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주소의 비트를 하나씩 바꿔가며 정말 다른 셀로 가는지 확인 → 주소 배선 검사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1 [Own address]: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셀에 '자기 주소'를 써 넣고 되읽어, 그 값이 여전히 자기 주소인지 확인 → 잘못 매핑되면 불일치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저장소: Test 0·1은 데이터가 아니라 '주소 자체'를 검사합니다. Test 2~8(이동 반전)은 데이터 셀 값을 검사합니다.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3종 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44240" cy="4114800"/>
          </a:xfrm>
          <a:prstGeom prst="roundRect">
            <a:avLst>
              <a:gd name="adj" fmla="val 2124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10512"/>
            <a:ext cx="293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cudaMalloc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04672" y="2286000"/>
            <a:ext cx="2932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GPU에 메모리 할당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2932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(void**)&amp;ptr 로 포인터를 받음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아니라 GPU 메모리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tests.cpp:1573 (오류 버퍼)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58640" y="1600200"/>
            <a:ext cx="3444240" cy="4114800"/>
          </a:xfrm>
          <a:prstGeom prst="roundRect">
            <a:avLst>
              <a:gd name="adj" fmla="val 2124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4614672" y="1810512"/>
            <a:ext cx="293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cudaMemset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4672" y="2286000"/>
            <a:ext cx="2932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메모리 초기화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4672" y="2788920"/>
            <a:ext cx="2932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0으로 채움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할당 직후 깨끗이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error_checking에서 재초기화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68640" y="1600200"/>
            <a:ext cx="3444240" cy="4114800"/>
          </a:xfrm>
          <a:prstGeom prst="roundRect">
            <a:avLst>
              <a:gd name="adj" fmla="val 2124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8424672" y="1810512"/>
            <a:ext cx="2932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cudaMemcpy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24672" y="2286000"/>
            <a:ext cx="2932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↔ CPU 복사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24672" y="2788920"/>
            <a:ext cx="293217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지정 필수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DeviceToHost = GPU→CPU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정보를 CPU로 가져옴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API 모두 allocate_small_mem(할당·초기화)과 error_checking(복사)에서 실제로 볼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· 왜 커널을 끝내고 다시 시작할까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커널에서 쓰고 바로 읽으면, 아직 메모리에 반영 안 된 값을 읽을 수 있습니다.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46704" cy="2148840"/>
          </a:xfrm>
          <a:prstGeom prst="roundRect">
            <a:avLst>
              <a:gd name="adj" fmla="val 3404"/>
            </a:avLst>
          </a:prstGeom>
          <a:solidFill>
            <a:srgbClr val="1E23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5000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쓰기 커널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kernel_move_inv_write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메모리에 p1을 쓴다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13632" y="288036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98264" y="2148840"/>
            <a:ext cx="3346704" cy="2148840"/>
          </a:xfrm>
          <a:prstGeom prst="roundRect">
            <a:avLst>
              <a:gd name="adj" fmla="val 3404"/>
            </a:avLst>
          </a:prstGeom>
          <a:solidFill>
            <a:srgbClr val="1E232C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235000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커널 종료 = flush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92608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(커널이 끝나야)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26864" y="342900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값이 메모리에 확실히 반영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63256" y="2880360"/>
            <a:ext cx="466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247888" y="2148840"/>
            <a:ext cx="3346704" cy="2148840"/>
          </a:xfrm>
          <a:prstGeom prst="roundRect">
            <a:avLst>
              <a:gd name="adj" fmla="val 3404"/>
            </a:avLst>
          </a:prstGeom>
          <a:solidFill>
            <a:srgbClr val="1E232C"/>
          </a:solidFill>
          <a:ln/>
        </p:spPr>
      </p:sp>
      <p:sp>
        <p:nvSpPr>
          <p:cNvPr id="16" name="Text 14"/>
          <p:cNvSpPr/>
          <p:nvPr/>
        </p:nvSpPr>
        <p:spPr>
          <a:xfrm>
            <a:off x="8476488" y="2350008"/>
            <a:ext cx="2889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읽기 커널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76488" y="292608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kernel_move_inv_readwrite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76488" y="342900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p1인지 검사하고 p2를 쓴다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분리 덕분에 하드웨어 메모리 오류를 신뢰성 있게 잡습니다. </a:t>
            </a:r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쓰기와 읽기가 서로 다른 커널 실행이어야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메모리를 실제로 왕복한 값을 검사하게 됩니다.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move_inv_test · 세 개의 for 루프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977640"/>
          </a:xfrm>
          <a:prstGeom prst="roundRect">
            <a:avLst>
              <a:gd name="adj" fmla="val 137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tests.cpp:305   호스트(CPU) 함수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쓰기 루프  ─ 전체 메모리에 p1을 쓴다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 (...) kernel_move_inv_write&lt;&lt;&lt;grid,1&gt;&gt;&gt;(... p1);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읽고-쓰기 루프 ─ p1 검사 후 보수 p2를 쓴다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 (...) 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kernel_move_inv_readwrite&lt;&lt;&lt;grid,1&gt;&gt;&gt;(... p1, p2 ...);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err += error_checking("move_inv_readwrite", i);  // 오류를 CPU로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읽기 루프 ─ p2 인지 다시 검사한다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 (...) 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kernel_move_inv_read&lt;&lt;&lt;grid,1&gt;&gt;&gt;(... p2 ...);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err += error_checking("move_inv_read", i);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커널 실행 뒤 error_checking으로 오류를 확인합니다. 커널→검사→커널→검사 리듬을 기억하세요.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호스트↔디바이스 시퀀스(sequence)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move_inv_test가 CPU와 GPU 사이에서 시간순으로 주고받는 상호작용입니다.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63040" y="178308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9050">
            <a:solidFill>
              <a:srgbClr val="4FB0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호스트(CPU)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38160" y="178308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1E232C"/>
          </a:solidFill>
          <a:ln w="19050">
            <a:solidFill>
              <a:srgbClr val="8CC6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1783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디바이스(GPU)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0" y="2331720"/>
            <a:ext cx="0" cy="3474720"/>
          </a:xfrm>
          <a:prstGeom prst="line">
            <a:avLst/>
          </a:prstGeom>
          <a:noFill/>
          <a:ln w="19050">
            <a:solidFill>
              <a:srgbClr val="2C344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418320" y="2331720"/>
            <a:ext cx="0" cy="3474720"/>
          </a:xfrm>
          <a:prstGeom prst="line">
            <a:avLst/>
          </a:prstGeom>
          <a:noFill/>
          <a:ln w="19050">
            <a:solidFill>
              <a:srgbClr val="2C34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743200" y="2697480"/>
            <a:ext cx="6675120" cy="0"/>
          </a:xfrm>
          <a:prstGeom prst="line">
            <a:avLst/>
          </a:prstGeom>
          <a:noFill/>
          <a:ln w="27940">
            <a:solidFill>
              <a:srgbClr val="8CC63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834640" y="238658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write&lt;&lt;&lt;&gt;&gt;&gt; — 전체 메모리에 p1 기록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0" y="3429000"/>
            <a:ext cx="6675120" cy="0"/>
          </a:xfrm>
          <a:prstGeom prst="line">
            <a:avLst/>
          </a:prstGeom>
          <a:noFill/>
          <a:ln w="27940">
            <a:solidFill>
              <a:srgbClr val="4FB0C6"/>
            </a:solidFill>
            <a:prstDash val="dash"/>
            <a:headEnd type="triangle"/>
          </a:ln>
        </p:spPr>
      </p:sp>
      <p:sp>
        <p:nvSpPr>
          <p:cNvPr id="14" name="Text 12"/>
          <p:cNvSpPr/>
          <p:nvPr/>
        </p:nvSpPr>
        <p:spPr>
          <a:xfrm>
            <a:off x="2834640" y="311810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종료 = 메모리 반영(flush) — DeviceSynchronize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0" y="4160520"/>
            <a:ext cx="6675120" cy="0"/>
          </a:xfrm>
          <a:prstGeom prst="line">
            <a:avLst/>
          </a:prstGeom>
          <a:noFill/>
          <a:ln w="27940">
            <a:solidFill>
              <a:srgbClr val="8CC63F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834640" y="38496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readwrite&lt;&lt;&lt;&gt;&gt;&gt; — p1 검사 후 p2 기록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0" y="4892040"/>
            <a:ext cx="6675120" cy="0"/>
          </a:xfrm>
          <a:prstGeom prst="line">
            <a:avLst/>
          </a:prstGeom>
          <a:noFill/>
          <a:ln w="27940">
            <a:solidFill>
              <a:srgbClr val="4FB0C6"/>
            </a:solidFill>
            <a:prstDash val="dash"/>
            <a:headEnd type="triangle"/>
          </a:ln>
        </p:spPr>
      </p:sp>
      <p:sp>
        <p:nvSpPr>
          <p:cNvPr id="18" name="Text 16"/>
          <p:cNvSpPr/>
          <p:nvPr/>
        </p:nvSpPr>
        <p:spPr>
          <a:xfrm>
            <a:off x="2834640" y="45811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error_checking: cudaMemcpy(D→H) — 오류 정보 회수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0" y="5623560"/>
            <a:ext cx="6675120" cy="0"/>
          </a:xfrm>
          <a:prstGeom prst="line">
            <a:avLst/>
          </a:prstGeom>
          <a:noFill/>
          <a:ln w="27940">
            <a:solidFill>
              <a:srgbClr val="8CC63F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834640" y="531266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read&lt;&lt;&lt;&gt;&gt;&gt; — p2 다시 검사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①과 ② 사이의 '커널 종료(flush)'가 있어야 ②가 메모리에 반영된 값을 읽습니다.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반전(moving inversion) 알고리즘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p1을 썼다가, 확인 후 그 보수 p2 = ~p1로 뒤집어 다시 확인합니다. 비트를 양방향으로 검사해 고착 오류를 잡습니다.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=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24231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75888" y="24231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E1116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88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25696" y="24231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2569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75504" y="24231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7550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25312" y="24231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E1116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75120" y="24231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24928" y="24231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E1116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492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74736" y="24231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E1116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473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34747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= ~p1 =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926080" y="342900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675888" y="342900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4FB0C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425696" y="342900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25696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175504" y="342900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504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925312" y="342900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4FB0C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25312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675120" y="342900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424928" y="342900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4FB0C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174736" y="342900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4FB0C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4736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92608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모든 비트 반전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4480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1로 고착된 비트</a:t>
            </a:r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p2(0을 기대) 검사에서 걸리고, </a:t>
            </a:r>
            <a:pPr indent="0" marL="0">
              <a:buNone/>
            </a:pPr>
            <a:r>
              <a:rPr lang="en-US" sz="16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0으로 고착된 비트</a:t>
            </a:r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p1(1을 기대) 검사에서 걸립니다. 그래서 양방향 검사가 필요합니다.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2는 p1=0x00000000, p2=0xFFFFFFFF (모두 0 / 모두 1)로 이 검사를 수행합니다. (tests.cpp:705)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테스트 패턴과 결함 유형(fault types)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패턴마다 노리는 결함이 다릅니다. 여러 패턴을 조합해 다양한 고장을 잡아냅니다.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워킹 1비트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88920" y="210312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2103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210312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2103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41064" y="210312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41064" y="2103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17136" y="210312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2103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93208" y="210312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2103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0" y="210312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103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45352" y="210312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2103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21424" y="210312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21031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34656" y="2103120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비트씩 이동 → 주소·배선 검사 (Test 0·6)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0 / 전부 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788920" y="26517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364992" y="26517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941064" y="26517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41064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17136" y="26517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7136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93208" y="26517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93208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0" y="26517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45352" y="26517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21424" y="26517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21424" y="2651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534656" y="2651760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0x00000000 ↔ 0xFFFFFFFF → 고착 검사 (Test 2)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8비트 반복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2788920" y="320040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364992" y="320040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941064" y="320040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41064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17136" y="320040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17136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093208" y="320040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93208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669280" y="320040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0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245352" y="320040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45352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821424" y="320040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21424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7534656" y="3200400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0x80808080 (8비트 폭) → 미세 고착 (Test 3)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48640" y="3749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난수 + 보수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2788920" y="374904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88920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364992" y="374904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64992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941064" y="374904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41064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4517136" y="374904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17136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093208" y="374904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93208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669280" y="374904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8CC63F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245352" y="374904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45352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821424" y="374904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21424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7534656" y="3749040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무작위 값과 그 보수 → 데이터 민감 오류 (Test 4·7·8·10)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32C"/>
          </a:solidFill>
          <a:ln/>
        </p:spPr>
      </p:sp>
      <p:sp>
        <p:nvSpPr>
          <p:cNvPr id="78" name="Text 76"/>
          <p:cNvSpPr/>
          <p:nvPr/>
        </p:nvSpPr>
        <p:spPr>
          <a:xfrm>
            <a:off x="822960" y="45445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결함 유형별 담당 테스트 (원논문 Table I)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822960" y="4956048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0E1116"/>
          </a:solidFill>
          <a:ln w="15240">
            <a:solidFill>
              <a:srgbClr val="4FB0C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14400" y="50292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버스</a:t>
            </a:r>
            <a:endParaRPr lang="en-US" sz="1250" dirty="0"/>
          </a:p>
        </p:txBody>
      </p:sp>
      <p:sp>
        <p:nvSpPr>
          <p:cNvPr id="81" name="Text 79"/>
          <p:cNvSpPr/>
          <p:nvPr/>
        </p:nvSpPr>
        <p:spPr>
          <a:xfrm>
            <a:off x="914400" y="530352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address bus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914400" y="550468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0·1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2962656" y="4956048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0E1116"/>
          </a:solidFill>
          <a:ln w="15240">
            <a:solidFill>
              <a:srgbClr val="8CC63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054096" y="50292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스턱-앳 고착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3054096" y="530352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stuck-at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3054096" y="550468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2·3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102352" y="4956048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0E1116"/>
          </a:solidFill>
          <a:ln w="15240">
            <a:solidFill>
              <a:srgbClr val="E0A45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193792" y="50292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민감</a:t>
            </a:r>
            <a:endParaRPr lang="en-US" sz="1250" dirty="0"/>
          </a:p>
        </p:txBody>
      </p:sp>
      <p:sp>
        <p:nvSpPr>
          <p:cNvPr id="89" name="Text 87"/>
          <p:cNvSpPr/>
          <p:nvPr/>
        </p:nvSpPr>
        <p:spPr>
          <a:xfrm>
            <a:off x="5193792" y="530352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sensitive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193792" y="550468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4~8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7242048" y="4956048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0E1116"/>
          </a:solidFill>
          <a:ln w="15240">
            <a:solidFill>
              <a:srgbClr val="4FB0C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33488" y="50292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보존</a:t>
            </a:r>
            <a:endParaRPr lang="en-US" sz="1250" dirty="0"/>
          </a:p>
        </p:txBody>
      </p:sp>
      <p:sp>
        <p:nvSpPr>
          <p:cNvPr id="93" name="Text 91"/>
          <p:cNvSpPr/>
          <p:nvPr/>
        </p:nvSpPr>
        <p:spPr>
          <a:xfrm>
            <a:off x="7333488" y="530352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retention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333488" y="550468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9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9381744" y="4956048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0E1116"/>
          </a:solidFill>
          <a:ln w="15240">
            <a:solidFill>
              <a:srgbClr val="E0645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473184" y="50292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64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오류</a:t>
            </a:r>
            <a:endParaRPr lang="en-US" sz="1250" dirty="0"/>
          </a:p>
        </p:txBody>
      </p:sp>
      <p:sp>
        <p:nvSpPr>
          <p:cNvPr id="97" name="Text 95"/>
          <p:cNvSpPr/>
          <p:nvPr/>
        </p:nvSpPr>
        <p:spPr>
          <a:xfrm>
            <a:off x="9473184" y="530352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 error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9473184" y="5504688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10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 칸 = 비트 1, 어두운 칸 = 비트 0. Test 9(비트 페이드)는 값을 쓰고 오래 두어 '지워지는지' 봅니다.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CPU로 돌아오는 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286000"/>
          </a:xfrm>
          <a:prstGeom prst="roundRect">
            <a:avLst>
              <a:gd name="adj" fmla="val 24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error_checking()  tests.cpp:108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int err = 0;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cudaMemcpy(&amp;err, err_count, sizeof(unsigned int),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cudaMemcpyDeviceToHost);   // GPU 카운터 → CPU 변수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(err) {  /* 오류 주소·기대값·현재값을 출력·기록 */  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err_count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GPU에 있는 디바이스 포인터입니다. CPU는 그 값을 </a:t>
            </a:r>
            <a:pPr indent="0" marL="0">
              <a:buNone/>
            </a:pPr>
            <a:r>
              <a:rPr lang="en-US" sz="17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읽을 수 없어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반드시 cudaMemcpy로 가져와야 합니다.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029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기록되는 정보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5394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주소 · 기대값 · 실제값 · 재읽기값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48920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1E232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5029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10개만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5394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MAX_ERR_RECORD_COUNT=10, 순환 기록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코드 · 할 수 있는 만큼 할당하기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651760"/>
          </a:xfrm>
          <a:prstGeom prst="roundRect">
            <a:avLst>
              <a:gd name="adj" fmla="val 2069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cuda_memtest.cpp:157   가용 메모리를 조회하고,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할당 실패하면 블록을 하나씩 줄여 재시도한다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tot_num_blocks = free / BLOCKSIZE;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cudaMalloc(&amp;ptr, tot_num_blocks * BLOCKSIZE);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(err != cudaSuccess) --tot_num_blocks;   // 줄여서 재시도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(cudaGetLastError() != cudaSuccess);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드라이버가 보고한 여유 메모리를 다 할당하지 못할 때가 있습니다. 실전 코드는 </a:t>
            </a:r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가정하고 우아하게 물러섭니다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장난감 예제와 프로덕션 코드의 차이입니다.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cudaMemGetInfo로 여유 메모리를 조회 → BLOCKSIZE(1 MB)로 나눠 블록 수 결정.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미리보기 · Lab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55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48840" y="1773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커널의 협업 보기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--verbose --verbose 로 write→readwrite→read 순서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755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09560" y="1773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CPU로 돌아오는 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65392" y="2651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error_checking의 cudaMemcpy 직후 출력 추가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4884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메모리를 훼손해 오류 재현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467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커널에서 비트 하나를 뒤집어 검출 확인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0956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버퍼 할당 보기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allocate_small_mem의 cudaMalloc/Memset 관찰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&amp; 자주 하는 실수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Malloc(할당)·Memset(초기화)·Memcpy(복사)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Memcpy 방향: DeviceToHost = GPU→CPU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커널 종료 = 메모리 반영 보장</a:t>
            </a:r>
            <a:endParaRPr lang="en-US" sz="1550" dirty="0"/>
          </a:p>
          <a:p>
            <a:pPr marL="342900" indent="-342900">
              <a:buSzPct val="100000"/>
              <a:buChar char="✓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반전: p1 → p2(보수) 양방향 검사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입문자 함정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포인터를 CPU에서 *ptr로 역참조 → 오류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cudaMemcpy 방향을 반대로 지정 → 값이 안 옴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커널에서 쓰고 바로 읽기 → 반영 전 값 읽음</a:t>
            </a:r>
            <a:endParaRPr lang="en-US" sz="1550" dirty="0"/>
          </a:p>
          <a:p>
            <a:pPr marL="342900" indent="-342900">
              <a:buSzPct val="100000"/>
              <a:buChar char="✗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cudaMalloc에 (void**) 이중 포인터를 안 넘김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 예고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3 · 병렬성 설계와 성능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지금까지의 </a:t>
            </a:r>
            <a:pPr indent="0" marL="0">
              <a:buNone/>
            </a:pPr>
            <a:r>
              <a:rPr lang="en-US" sz="19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&lt;&lt;&lt;grid, 1&gt;&gt;&gt;</a:t>
            </a:r>
            <a:pPr indent="0" marL="0">
              <a:buNone/>
            </a:pPr>
            <a:r>
              <a:rPr lang="en-US" sz="19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(블록당 스레드 1개, 느림)을, Test 10의 </a:t>
            </a:r>
            <a:pPr indent="0" marL="0">
              <a:buNone/>
            </a:pPr>
            <a:r>
              <a:rPr lang="en-US" sz="19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&lt;&lt;&lt;32768, 64&gt;&gt;&gt;</a:t>
            </a:r>
            <a:pPr indent="0" marL="0">
              <a:buNone/>
            </a:pPr>
            <a:r>
              <a:rPr lang="en-US" sz="19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(빠름)와 비교합니다.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threadIdx · blockDim 로 수천 스레드가 협업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이벤트(event)로 시간 측정 → 대역폭(GB/s) 계산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병합(coalescing)이 왜 속도를 좌우하는가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랩 2를 먼저 완료하고 오세요.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2026-08-21T16:20:11Z</dcterms:created>
  <dcterms:modified xsi:type="dcterms:W3CDTF">2026-08-21T16:20:11Z</dcterms:modified>
</cp:coreProperties>
</file>